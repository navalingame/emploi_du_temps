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58" r:id="rId6"/>
    <p:sldId id="261" r:id="rId7"/>
    <p:sldId id="259" r:id="rId8"/>
    <p:sldId id="262" r:id="rId9"/>
    <p:sldId id="265" r:id="rId10"/>
    <p:sldId id="263" r:id="rId11"/>
    <p:sldId id="266" r:id="rId12"/>
    <p:sldId id="274" r:id="rId13"/>
    <p:sldId id="275" r:id="rId14"/>
    <p:sldId id="270" r:id="rId15"/>
    <p:sldId id="269" r:id="rId16"/>
    <p:sldId id="276" r:id="rId17"/>
    <p:sldId id="277" r:id="rId18"/>
    <p:sldId id="278" r:id="rId19"/>
    <p:sldId id="282" r:id="rId20"/>
    <p:sldId id="284" r:id="rId21"/>
    <p:sldId id="285" r:id="rId22"/>
    <p:sldId id="281" r:id="rId23"/>
    <p:sldId id="280" r:id="rId24"/>
    <p:sldId id="260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664CE-703F-4C9E-B12A-5B9F7108E49B}" v="22" dt="2024-01-23T11:02:28.481"/>
    <p1510:client id="{7E219DA8-F26B-74CB-18CA-8C83866E5214}" v="161" dt="2024-01-23T10:47:15.367"/>
    <p1510:client id="{AA6C8653-97B2-4E6B-BFB4-70FDED58C0B6}" v="413" dt="2024-01-23T11:04:59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efroy LECLUSE" userId="a9fac8a7-13ad-4eb9-9867-608b01ef694d" providerId="ADAL" clId="{AA6C8653-97B2-4E6B-BFB4-70FDED58C0B6}"/>
    <pc:docChg chg="undo custSel addSld delSld modSld sldOrd delMainMaster">
      <pc:chgData name="Godefroy LECLUSE" userId="a9fac8a7-13ad-4eb9-9867-608b01ef694d" providerId="ADAL" clId="{AA6C8653-97B2-4E6B-BFB4-70FDED58C0B6}" dt="2024-01-23T11:04:59.469" v="1016" actId="1076"/>
      <pc:docMkLst>
        <pc:docMk/>
      </pc:docMkLst>
      <pc:sldChg chg="new del">
        <pc:chgData name="Godefroy LECLUSE" userId="a9fac8a7-13ad-4eb9-9867-608b01ef694d" providerId="ADAL" clId="{AA6C8653-97B2-4E6B-BFB4-70FDED58C0B6}" dt="2024-01-23T09:25:01.468" v="2" actId="2696"/>
        <pc:sldMkLst>
          <pc:docMk/>
          <pc:sldMk cId="3110751312" sldId="256"/>
        </pc:sldMkLst>
      </pc:sldChg>
      <pc:sldChg chg="addSp delSp modSp add mod">
        <pc:chgData name="Godefroy LECLUSE" userId="a9fac8a7-13ad-4eb9-9867-608b01ef694d" providerId="ADAL" clId="{AA6C8653-97B2-4E6B-BFB4-70FDED58C0B6}" dt="2024-01-23T09:28:31.419" v="108" actId="478"/>
        <pc:sldMkLst>
          <pc:docMk/>
          <pc:sldMk cId="3920009106" sldId="257"/>
        </pc:sldMkLst>
        <pc:spChg chg="mod">
          <ac:chgData name="Godefroy LECLUSE" userId="a9fac8a7-13ad-4eb9-9867-608b01ef694d" providerId="ADAL" clId="{AA6C8653-97B2-4E6B-BFB4-70FDED58C0B6}" dt="2024-01-23T09:26:07.454" v="82" actId="20577"/>
          <ac:spMkLst>
            <pc:docMk/>
            <pc:sldMk cId="3920009106" sldId="257"/>
            <ac:spMk id="2" creationId="{787F4975-FFD8-F5E9-5353-D0B7A3F48401}"/>
          </ac:spMkLst>
        </pc:spChg>
        <pc:spChg chg="add del">
          <ac:chgData name="Godefroy LECLUSE" userId="a9fac8a7-13ad-4eb9-9867-608b01ef694d" providerId="ADAL" clId="{AA6C8653-97B2-4E6B-BFB4-70FDED58C0B6}" dt="2024-01-23T09:28:31.419" v="108" actId="478"/>
          <ac:spMkLst>
            <pc:docMk/>
            <pc:sldMk cId="3920009106" sldId="257"/>
            <ac:spMk id="4" creationId="{751193C8-BC0A-1097-08DC-3D9009826274}"/>
          </ac:spMkLst>
        </pc:spChg>
      </pc:sldChg>
      <pc:sldChg chg="addSp delSp modSp add mod">
        <pc:chgData name="Godefroy LECLUSE" userId="a9fac8a7-13ad-4eb9-9867-608b01ef694d" providerId="ADAL" clId="{AA6C8653-97B2-4E6B-BFB4-70FDED58C0B6}" dt="2024-01-23T09:30:41.417" v="287" actId="20577"/>
        <pc:sldMkLst>
          <pc:docMk/>
          <pc:sldMk cId="3328497213" sldId="258"/>
        </pc:sldMkLst>
        <pc:spChg chg="mod">
          <ac:chgData name="Godefroy LECLUSE" userId="a9fac8a7-13ad-4eb9-9867-608b01ef694d" providerId="ADAL" clId="{AA6C8653-97B2-4E6B-BFB4-70FDED58C0B6}" dt="2024-01-23T09:26:35.841" v="94" actId="27636"/>
          <ac:spMkLst>
            <pc:docMk/>
            <pc:sldMk cId="3328497213" sldId="258"/>
            <ac:spMk id="2" creationId="{787F4975-FFD8-F5E9-5353-D0B7A3F48401}"/>
          </ac:spMkLst>
        </pc:spChg>
        <pc:spChg chg="del">
          <ac:chgData name="Godefroy LECLUSE" userId="a9fac8a7-13ad-4eb9-9867-608b01ef694d" providerId="ADAL" clId="{AA6C8653-97B2-4E6B-BFB4-70FDED58C0B6}" dt="2024-01-23T09:25:14.673" v="5" actId="478"/>
          <ac:spMkLst>
            <pc:docMk/>
            <pc:sldMk cId="3328497213" sldId="258"/>
            <ac:spMk id="3" creationId="{8E602081-6B94-48F5-A099-F3F257E26FAA}"/>
          </ac:spMkLst>
        </pc:spChg>
        <pc:spChg chg="add mod">
          <ac:chgData name="Godefroy LECLUSE" userId="a9fac8a7-13ad-4eb9-9867-608b01ef694d" providerId="ADAL" clId="{AA6C8653-97B2-4E6B-BFB4-70FDED58C0B6}" dt="2024-01-23T09:30:41.417" v="287" actId="20577"/>
          <ac:spMkLst>
            <pc:docMk/>
            <pc:sldMk cId="3328497213" sldId="258"/>
            <ac:spMk id="7" creationId="{2A859254-38D0-DA0A-CCB9-02B17F79314B}"/>
          </ac:spMkLst>
        </pc:spChg>
        <pc:spChg chg="mod">
          <ac:chgData name="Godefroy LECLUSE" userId="a9fac8a7-13ad-4eb9-9867-608b01ef694d" providerId="ADAL" clId="{AA6C8653-97B2-4E6B-BFB4-70FDED58C0B6}" dt="2024-01-23T09:28:18.648" v="106" actId="1076"/>
          <ac:spMkLst>
            <pc:docMk/>
            <pc:sldMk cId="3328497213" sldId="258"/>
            <ac:spMk id="8" creationId="{1D5695C4-FF3C-FC10-7EA7-6DBEA676F6A2}"/>
          </ac:spMkLst>
        </pc:spChg>
        <pc:picChg chg="add del mod">
          <ac:chgData name="Godefroy LECLUSE" userId="a9fac8a7-13ad-4eb9-9867-608b01ef694d" providerId="ADAL" clId="{AA6C8653-97B2-4E6B-BFB4-70FDED58C0B6}" dt="2024-01-23T09:28:21.124" v="107" actId="478"/>
          <ac:picMkLst>
            <pc:docMk/>
            <pc:sldMk cId="3328497213" sldId="258"/>
            <ac:picMk id="5" creationId="{9664ADC1-B1DD-BC44-B120-4AACC0DBCA40}"/>
          </ac:picMkLst>
        </pc:picChg>
        <pc:picChg chg="del">
          <ac:chgData name="Godefroy LECLUSE" userId="a9fac8a7-13ad-4eb9-9867-608b01ef694d" providerId="ADAL" clId="{AA6C8653-97B2-4E6B-BFB4-70FDED58C0B6}" dt="2024-01-23T09:25:11.176" v="4" actId="478"/>
          <ac:picMkLst>
            <pc:docMk/>
            <pc:sldMk cId="3328497213" sldId="258"/>
            <ac:picMk id="6" creationId="{E419ECD8-E8AA-A117-C964-0C0CDFA1FBD7}"/>
          </ac:picMkLst>
        </pc:picChg>
      </pc:sldChg>
      <pc:sldChg chg="new del">
        <pc:chgData name="Godefroy LECLUSE" userId="a9fac8a7-13ad-4eb9-9867-608b01ef694d" providerId="ADAL" clId="{AA6C8653-97B2-4E6B-BFB4-70FDED58C0B6}" dt="2024-01-23T09:28:16.216" v="102" actId="680"/>
        <pc:sldMkLst>
          <pc:docMk/>
          <pc:sldMk cId="59165541" sldId="259"/>
        </pc:sldMkLst>
      </pc:sldChg>
      <pc:sldChg chg="modSp new mod">
        <pc:chgData name="Godefroy LECLUSE" userId="a9fac8a7-13ad-4eb9-9867-608b01ef694d" providerId="ADAL" clId="{AA6C8653-97B2-4E6B-BFB4-70FDED58C0B6}" dt="2024-01-23T09:44:55.927" v="379" actId="5793"/>
        <pc:sldMkLst>
          <pc:docMk/>
          <pc:sldMk cId="217661045" sldId="259"/>
        </pc:sldMkLst>
        <pc:spChg chg="mod">
          <ac:chgData name="Godefroy LECLUSE" userId="a9fac8a7-13ad-4eb9-9867-608b01ef694d" providerId="ADAL" clId="{AA6C8653-97B2-4E6B-BFB4-70FDED58C0B6}" dt="2024-01-23T09:30:58.063" v="303"/>
          <ac:spMkLst>
            <pc:docMk/>
            <pc:sldMk cId="217661045" sldId="259"/>
            <ac:spMk id="2" creationId="{DC39849D-692D-D8BF-5DAB-F40FFC019209}"/>
          </ac:spMkLst>
        </pc:spChg>
        <pc:spChg chg="mod">
          <ac:chgData name="Godefroy LECLUSE" userId="a9fac8a7-13ad-4eb9-9867-608b01ef694d" providerId="ADAL" clId="{AA6C8653-97B2-4E6B-BFB4-70FDED58C0B6}" dt="2024-01-23T09:44:55.927" v="379" actId="5793"/>
          <ac:spMkLst>
            <pc:docMk/>
            <pc:sldMk cId="217661045" sldId="259"/>
            <ac:spMk id="3" creationId="{780EC20D-73DF-9FD1-E1FE-99E23CD6ACFD}"/>
          </ac:spMkLst>
        </pc:spChg>
      </pc:sldChg>
      <pc:sldChg chg="modSp new mod ord">
        <pc:chgData name="Godefroy LECLUSE" userId="a9fac8a7-13ad-4eb9-9867-608b01ef694d" providerId="ADAL" clId="{AA6C8653-97B2-4E6B-BFB4-70FDED58C0B6}" dt="2024-01-23T10:39:19.025" v="777"/>
        <pc:sldMkLst>
          <pc:docMk/>
          <pc:sldMk cId="1937531576" sldId="260"/>
        </pc:sldMkLst>
        <pc:spChg chg="mod">
          <ac:chgData name="Godefroy LECLUSE" userId="a9fac8a7-13ad-4eb9-9867-608b01ef694d" providerId="ADAL" clId="{AA6C8653-97B2-4E6B-BFB4-70FDED58C0B6}" dt="2024-01-23T09:45:04.675" v="391" actId="20577"/>
          <ac:spMkLst>
            <pc:docMk/>
            <pc:sldMk cId="1937531576" sldId="260"/>
            <ac:spMk id="2" creationId="{8E439902-12FE-AE76-1538-8B15C591E2AB}"/>
          </ac:spMkLst>
        </pc:spChg>
        <pc:spChg chg="mod">
          <ac:chgData name="Godefroy LECLUSE" userId="a9fac8a7-13ad-4eb9-9867-608b01ef694d" providerId="ADAL" clId="{AA6C8653-97B2-4E6B-BFB4-70FDED58C0B6}" dt="2024-01-23T09:45:30.546" v="445" actId="20577"/>
          <ac:spMkLst>
            <pc:docMk/>
            <pc:sldMk cId="1937531576" sldId="260"/>
            <ac:spMk id="3" creationId="{062AA3EC-691F-241F-1A71-D2A929DBA210}"/>
          </ac:spMkLst>
        </pc:spChg>
      </pc:sldChg>
      <pc:sldChg chg="modSp new mod">
        <pc:chgData name="Godefroy LECLUSE" userId="a9fac8a7-13ad-4eb9-9867-608b01ef694d" providerId="ADAL" clId="{AA6C8653-97B2-4E6B-BFB4-70FDED58C0B6}" dt="2024-01-23T10:00:32.927" v="605" actId="20577"/>
        <pc:sldMkLst>
          <pc:docMk/>
          <pc:sldMk cId="3442251870" sldId="261"/>
        </pc:sldMkLst>
        <pc:spChg chg="mod">
          <ac:chgData name="Godefroy LECLUSE" userId="a9fac8a7-13ad-4eb9-9867-608b01ef694d" providerId="ADAL" clId="{AA6C8653-97B2-4E6B-BFB4-70FDED58C0B6}" dt="2024-01-23T09:54:10.301" v="505" actId="313"/>
          <ac:spMkLst>
            <pc:docMk/>
            <pc:sldMk cId="3442251870" sldId="261"/>
            <ac:spMk id="2" creationId="{076584E9-0647-4E70-110B-B3406140B206}"/>
          </ac:spMkLst>
        </pc:spChg>
        <pc:spChg chg="mod">
          <ac:chgData name="Godefroy LECLUSE" userId="a9fac8a7-13ad-4eb9-9867-608b01ef694d" providerId="ADAL" clId="{AA6C8653-97B2-4E6B-BFB4-70FDED58C0B6}" dt="2024-01-23T10:00:32.927" v="605" actId="20577"/>
          <ac:spMkLst>
            <pc:docMk/>
            <pc:sldMk cId="3442251870" sldId="261"/>
            <ac:spMk id="3" creationId="{376609FD-DF21-17EC-ACDF-B875B6C1E811}"/>
          </ac:spMkLst>
        </pc:spChg>
      </pc:sldChg>
      <pc:sldChg chg="addSp modSp add mod">
        <pc:chgData name="Godefroy LECLUSE" userId="a9fac8a7-13ad-4eb9-9867-608b01ef694d" providerId="ADAL" clId="{AA6C8653-97B2-4E6B-BFB4-70FDED58C0B6}" dt="2024-01-23T10:25:23.887" v="665" actId="1076"/>
        <pc:sldMkLst>
          <pc:docMk/>
          <pc:sldMk cId="948257297" sldId="262"/>
        </pc:sldMkLst>
        <pc:spChg chg="mod">
          <ac:chgData name="Godefroy LECLUSE" userId="a9fac8a7-13ad-4eb9-9867-608b01ef694d" providerId="ADAL" clId="{AA6C8653-97B2-4E6B-BFB4-70FDED58C0B6}" dt="2024-01-23T10:12:02.180" v="611" actId="14100"/>
          <ac:spMkLst>
            <pc:docMk/>
            <pc:sldMk cId="948257297" sldId="262"/>
            <ac:spMk id="3" creationId="{376609FD-DF21-17EC-ACDF-B875B6C1E811}"/>
          </ac:spMkLst>
        </pc:spChg>
        <pc:spChg chg="add mod">
          <ac:chgData name="Godefroy LECLUSE" userId="a9fac8a7-13ad-4eb9-9867-608b01ef694d" providerId="ADAL" clId="{AA6C8653-97B2-4E6B-BFB4-70FDED58C0B6}" dt="2024-01-23T10:20:10.582" v="645" actId="14100"/>
          <ac:spMkLst>
            <pc:docMk/>
            <pc:sldMk cId="948257297" sldId="262"/>
            <ac:spMk id="7" creationId="{3FBC05DD-4D45-8E7D-FD52-281853CFCADF}"/>
          </ac:spMkLst>
        </pc:spChg>
        <pc:picChg chg="add mod modCrop">
          <ac:chgData name="Godefroy LECLUSE" userId="a9fac8a7-13ad-4eb9-9867-608b01ef694d" providerId="ADAL" clId="{AA6C8653-97B2-4E6B-BFB4-70FDED58C0B6}" dt="2024-01-23T10:14:23.717" v="622" actId="1076"/>
          <ac:picMkLst>
            <pc:docMk/>
            <pc:sldMk cId="948257297" sldId="262"/>
            <ac:picMk id="6" creationId="{5903654B-AE01-D941-871A-74A5AED8695B}"/>
          </ac:picMkLst>
        </pc:picChg>
        <pc:picChg chg="add mod modCrop">
          <ac:chgData name="Godefroy LECLUSE" userId="a9fac8a7-13ad-4eb9-9867-608b01ef694d" providerId="ADAL" clId="{AA6C8653-97B2-4E6B-BFB4-70FDED58C0B6}" dt="2024-01-23T10:25:23.887" v="665" actId="1076"/>
          <ac:picMkLst>
            <pc:docMk/>
            <pc:sldMk cId="948257297" sldId="262"/>
            <ac:picMk id="9" creationId="{9F96C470-1A82-0A80-719A-8EA9F73DE9DF}"/>
          </ac:picMkLst>
        </pc:picChg>
        <pc:picChg chg="add mod modCrop">
          <ac:chgData name="Godefroy LECLUSE" userId="a9fac8a7-13ad-4eb9-9867-608b01ef694d" providerId="ADAL" clId="{AA6C8653-97B2-4E6B-BFB4-70FDED58C0B6}" dt="2024-01-23T10:25:17.223" v="664" actId="1076"/>
          <ac:picMkLst>
            <pc:docMk/>
            <pc:sldMk cId="948257297" sldId="262"/>
            <ac:picMk id="11" creationId="{6B66F59B-68D9-7D0F-606F-5AB8863E9774}"/>
          </ac:picMkLst>
        </pc:picChg>
      </pc:sldChg>
      <pc:sldChg chg="new del">
        <pc:chgData name="Godefroy LECLUSE" userId="a9fac8a7-13ad-4eb9-9867-608b01ef694d" providerId="ADAL" clId="{AA6C8653-97B2-4E6B-BFB4-70FDED58C0B6}" dt="2024-01-23T10:11:42.700" v="607" actId="47"/>
        <pc:sldMkLst>
          <pc:docMk/>
          <pc:sldMk cId="1287928574" sldId="262"/>
        </pc:sldMkLst>
      </pc:sldChg>
      <pc:sldChg chg="modSp mod">
        <pc:chgData name="Godefroy LECLUSE" userId="a9fac8a7-13ad-4eb9-9867-608b01ef694d" providerId="ADAL" clId="{AA6C8653-97B2-4E6B-BFB4-70FDED58C0B6}" dt="2024-01-23T10:38:24.969" v="775" actId="20577"/>
        <pc:sldMkLst>
          <pc:docMk/>
          <pc:sldMk cId="2978351068" sldId="263"/>
        </pc:sldMkLst>
        <pc:spChg chg="mod">
          <ac:chgData name="Godefroy LECLUSE" userId="a9fac8a7-13ad-4eb9-9867-608b01ef694d" providerId="ADAL" clId="{AA6C8653-97B2-4E6B-BFB4-70FDED58C0B6}" dt="2024-01-23T10:38:24.969" v="775" actId="20577"/>
          <ac:spMkLst>
            <pc:docMk/>
            <pc:sldMk cId="2978351068" sldId="263"/>
            <ac:spMk id="2" creationId="{8A3E91E1-13B0-28EA-781E-63164BF217C1}"/>
          </ac:spMkLst>
        </pc:spChg>
      </pc:sldChg>
      <pc:sldChg chg="addSp delSp modSp add mod ord">
        <pc:chgData name="Godefroy LECLUSE" userId="a9fac8a7-13ad-4eb9-9867-608b01ef694d" providerId="ADAL" clId="{AA6C8653-97B2-4E6B-BFB4-70FDED58C0B6}" dt="2024-01-23T10:44:40.611" v="819" actId="20577"/>
        <pc:sldMkLst>
          <pc:docMk/>
          <pc:sldMk cId="2111932411" sldId="265"/>
        </pc:sldMkLst>
        <pc:spChg chg="add del mod">
          <ac:chgData name="Godefroy LECLUSE" userId="a9fac8a7-13ad-4eb9-9867-608b01ef694d" providerId="ADAL" clId="{AA6C8653-97B2-4E6B-BFB4-70FDED58C0B6}" dt="2024-01-23T10:35:32.192" v="764" actId="478"/>
          <ac:spMkLst>
            <pc:docMk/>
            <pc:sldMk cId="2111932411" sldId="265"/>
            <ac:spMk id="3" creationId="{376609FD-DF21-17EC-ACDF-B875B6C1E811}"/>
          </ac:spMkLst>
        </pc:spChg>
        <pc:spChg chg="add mod">
          <ac:chgData name="Godefroy LECLUSE" userId="a9fac8a7-13ad-4eb9-9867-608b01ef694d" providerId="ADAL" clId="{AA6C8653-97B2-4E6B-BFB4-70FDED58C0B6}" dt="2024-01-23T10:44:37.702" v="818" actId="20577"/>
          <ac:spMkLst>
            <pc:docMk/>
            <pc:sldMk cId="2111932411" sldId="265"/>
            <ac:spMk id="5" creationId="{CC219DE3-3AA2-AF39-4449-82AC76F89354}"/>
          </ac:spMkLst>
        </pc:spChg>
        <pc:spChg chg="add del mod">
          <ac:chgData name="Godefroy LECLUSE" userId="a9fac8a7-13ad-4eb9-9867-608b01ef694d" providerId="ADAL" clId="{AA6C8653-97B2-4E6B-BFB4-70FDED58C0B6}" dt="2024-01-23T10:35:27.027" v="762" actId="478"/>
          <ac:spMkLst>
            <pc:docMk/>
            <pc:sldMk cId="2111932411" sldId="265"/>
            <ac:spMk id="7" creationId="{7AA190BF-15BB-93B7-D52A-D1ED1BDA8FBD}"/>
          </ac:spMkLst>
        </pc:spChg>
        <pc:spChg chg="add del mod">
          <ac:chgData name="Godefroy LECLUSE" userId="a9fac8a7-13ad-4eb9-9867-608b01ef694d" providerId="ADAL" clId="{AA6C8653-97B2-4E6B-BFB4-70FDED58C0B6}" dt="2024-01-23T10:35:33.517" v="765" actId="478"/>
          <ac:spMkLst>
            <pc:docMk/>
            <pc:sldMk cId="2111932411" sldId="265"/>
            <ac:spMk id="9" creationId="{324CCFF9-CF06-2FC7-C480-E99EF85AB442}"/>
          </ac:spMkLst>
        </pc:spChg>
        <pc:spChg chg="add mod">
          <ac:chgData name="Godefroy LECLUSE" userId="a9fac8a7-13ad-4eb9-9867-608b01ef694d" providerId="ADAL" clId="{AA6C8653-97B2-4E6B-BFB4-70FDED58C0B6}" dt="2024-01-23T10:44:40.611" v="819" actId="20577"/>
          <ac:spMkLst>
            <pc:docMk/>
            <pc:sldMk cId="2111932411" sldId="265"/>
            <ac:spMk id="10" creationId="{1ADC8467-2EE5-B1E7-22E3-EEBA8E6B4D88}"/>
          </ac:spMkLst>
        </pc:spChg>
      </pc:sldChg>
      <pc:sldChg chg="modSp add mod ord">
        <pc:chgData name="Godefroy LECLUSE" userId="a9fac8a7-13ad-4eb9-9867-608b01ef694d" providerId="ADAL" clId="{AA6C8653-97B2-4E6B-BFB4-70FDED58C0B6}" dt="2024-01-23T10:59:01.037" v="951" actId="20577"/>
        <pc:sldMkLst>
          <pc:docMk/>
          <pc:sldMk cId="2384005622" sldId="276"/>
        </pc:sldMkLst>
        <pc:spChg chg="mod">
          <ac:chgData name="Godefroy LECLUSE" userId="a9fac8a7-13ad-4eb9-9867-608b01ef694d" providerId="ADAL" clId="{AA6C8653-97B2-4E6B-BFB4-70FDED58C0B6}" dt="2024-01-23T10:44:07.785" v="808" actId="20577"/>
          <ac:spMkLst>
            <pc:docMk/>
            <pc:sldMk cId="2384005622" sldId="276"/>
            <ac:spMk id="2" creationId="{076584E9-0647-4E70-110B-B3406140B206}"/>
          </ac:spMkLst>
        </pc:spChg>
        <pc:spChg chg="mod">
          <ac:chgData name="Godefroy LECLUSE" userId="a9fac8a7-13ad-4eb9-9867-608b01ef694d" providerId="ADAL" clId="{AA6C8653-97B2-4E6B-BFB4-70FDED58C0B6}" dt="2024-01-23T10:59:01.037" v="951" actId="20577"/>
          <ac:spMkLst>
            <pc:docMk/>
            <pc:sldMk cId="2384005622" sldId="276"/>
            <ac:spMk id="3" creationId="{376609FD-DF21-17EC-ACDF-B875B6C1E811}"/>
          </ac:spMkLst>
        </pc:spChg>
      </pc:sldChg>
      <pc:sldChg chg="addSp modSp add mod">
        <pc:chgData name="Godefroy LECLUSE" userId="a9fac8a7-13ad-4eb9-9867-608b01ef694d" providerId="ADAL" clId="{AA6C8653-97B2-4E6B-BFB4-70FDED58C0B6}" dt="2024-01-23T11:04:59.469" v="1016" actId="1076"/>
        <pc:sldMkLst>
          <pc:docMk/>
          <pc:sldMk cId="2042261780" sldId="277"/>
        </pc:sldMkLst>
        <pc:spChg chg="mod">
          <ac:chgData name="Godefroy LECLUSE" userId="a9fac8a7-13ad-4eb9-9867-608b01ef694d" providerId="ADAL" clId="{AA6C8653-97B2-4E6B-BFB4-70FDED58C0B6}" dt="2024-01-23T11:03:41.242" v="1013" actId="20577"/>
          <ac:spMkLst>
            <pc:docMk/>
            <pc:sldMk cId="2042261780" sldId="277"/>
            <ac:spMk id="3" creationId="{376609FD-DF21-17EC-ACDF-B875B6C1E811}"/>
          </ac:spMkLst>
        </pc:spChg>
        <pc:picChg chg="add mod">
          <ac:chgData name="Godefroy LECLUSE" userId="a9fac8a7-13ad-4eb9-9867-608b01ef694d" providerId="ADAL" clId="{AA6C8653-97B2-4E6B-BFB4-70FDED58C0B6}" dt="2024-01-23T11:04:59.469" v="1016" actId="1076"/>
          <ac:picMkLst>
            <pc:docMk/>
            <pc:sldMk cId="2042261780" sldId="277"/>
            <ac:picMk id="5" creationId="{6DBD0BF6-E1F9-78C8-AE8D-D4B92F60216E}"/>
          </ac:picMkLst>
        </pc:picChg>
      </pc:sldChg>
      <pc:sldMasterChg chg="del delSldLayout">
        <pc:chgData name="Godefroy LECLUSE" userId="a9fac8a7-13ad-4eb9-9867-608b01ef694d" providerId="ADAL" clId="{AA6C8653-97B2-4E6B-BFB4-70FDED58C0B6}" dt="2024-01-23T09:25:01.468" v="2" actId="2696"/>
        <pc:sldMasterMkLst>
          <pc:docMk/>
          <pc:sldMasterMk cId="2376645487" sldId="2147483648"/>
        </pc:sldMasterMkLst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632353515" sldId="2147483649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2709676449" sldId="2147483650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943855255" sldId="2147483651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3113327176" sldId="2147483652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2152014238" sldId="2147483653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1034289429" sldId="2147483654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3789914983" sldId="2147483655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1520268946" sldId="2147483656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1308131492" sldId="2147483657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517240652" sldId="2147483658"/>
          </pc:sldLayoutMkLst>
        </pc:sldLayoutChg>
        <pc:sldLayoutChg chg="del">
          <pc:chgData name="Godefroy LECLUSE" userId="a9fac8a7-13ad-4eb9-9867-608b01ef694d" providerId="ADAL" clId="{AA6C8653-97B2-4E6B-BFB4-70FDED58C0B6}" dt="2024-01-23T09:25:01.468" v="2" actId="2696"/>
          <pc:sldLayoutMkLst>
            <pc:docMk/>
            <pc:sldMasterMk cId="2376645487" sldId="2147483648"/>
            <pc:sldLayoutMk cId="1583685900" sldId="2147483659"/>
          </pc:sldLayoutMkLst>
        </pc:sldLayoutChg>
      </pc:sldMasterChg>
    </pc:docChg>
  </pc:docChgLst>
  <pc:docChgLst>
    <pc:chgData name="Imed SAÏDI" userId="S::imsa63243@eleve.isep.fr::554a2737-e782-485e-a216-22411989a057" providerId="AD" clId="Web-{1BF664CE-703F-4C9E-B12A-5B9F7108E49B}"/>
    <pc:docChg chg="addSld modSld sldOrd">
      <pc:chgData name="Imed SAÏDI" userId="S::imsa63243@eleve.isep.fr::554a2737-e782-485e-a216-22411989a057" providerId="AD" clId="Web-{1BF664CE-703F-4C9E-B12A-5B9F7108E49B}" dt="2024-01-23T11:02:28.216" v="19" actId="20577"/>
      <pc:docMkLst>
        <pc:docMk/>
      </pc:docMkLst>
      <pc:sldChg chg="modSp">
        <pc:chgData name="Imed SAÏDI" userId="S::imsa63243@eleve.isep.fr::554a2737-e782-485e-a216-22411989a057" providerId="AD" clId="Web-{1BF664CE-703F-4C9E-B12A-5B9F7108E49B}" dt="2024-01-23T11:02:28.216" v="19" actId="20577"/>
        <pc:sldMkLst>
          <pc:docMk/>
          <pc:sldMk cId="3328497213" sldId="258"/>
        </pc:sldMkLst>
        <pc:spChg chg="mod">
          <ac:chgData name="Imed SAÏDI" userId="S::imsa63243@eleve.isep.fr::554a2737-e782-485e-a216-22411989a057" providerId="AD" clId="Web-{1BF664CE-703F-4C9E-B12A-5B9F7108E49B}" dt="2024-01-23T11:02:28.216" v="19" actId="20577"/>
          <ac:spMkLst>
            <pc:docMk/>
            <pc:sldMk cId="3328497213" sldId="258"/>
            <ac:spMk id="7" creationId="{2A859254-38D0-DA0A-CCB9-02B17F79314B}"/>
          </ac:spMkLst>
        </pc:spChg>
      </pc:sldChg>
      <pc:sldChg chg="ord">
        <pc:chgData name="Imed SAÏDI" userId="S::imsa63243@eleve.isep.fr::554a2737-e782-485e-a216-22411989a057" providerId="AD" clId="Web-{1BF664CE-703F-4C9E-B12A-5B9F7108E49B}" dt="2024-01-23T11:01:22.541" v="0"/>
        <pc:sldMkLst>
          <pc:docMk/>
          <pc:sldMk cId="217661045" sldId="259"/>
        </pc:sldMkLst>
      </pc:sldChg>
      <pc:sldChg chg="modSp add ord replId">
        <pc:chgData name="Imed SAÏDI" userId="S::imsa63243@eleve.isep.fr::554a2737-e782-485e-a216-22411989a057" providerId="AD" clId="Web-{1BF664CE-703F-4C9E-B12A-5B9F7108E49B}" dt="2024-01-23T11:02:10.215" v="16" actId="20577"/>
        <pc:sldMkLst>
          <pc:docMk/>
          <pc:sldMk cId="3914083329" sldId="278"/>
        </pc:sldMkLst>
        <pc:spChg chg="mod">
          <ac:chgData name="Imed SAÏDI" userId="S::imsa63243@eleve.isep.fr::554a2737-e782-485e-a216-22411989a057" providerId="AD" clId="Web-{1BF664CE-703F-4C9E-B12A-5B9F7108E49B}" dt="2024-01-23T11:02:10.215" v="16" actId="20577"/>
          <ac:spMkLst>
            <pc:docMk/>
            <pc:sldMk cId="3914083329" sldId="278"/>
            <ac:spMk id="2" creationId="{DF09E4F3-863E-E9D3-8BF4-EF847BB16854}"/>
          </ac:spMkLst>
        </pc:spChg>
      </pc:sldChg>
    </pc:docChg>
  </pc:docChgLst>
  <pc:docChgLst>
    <pc:chgData name="Xavier BOULOIS" userId="S::xabo63361@eleve.isep.fr::eec3292b-3bb1-4eab-b0b6-25d6670cb5d2" providerId="AD" clId="Web-{7E219DA8-F26B-74CB-18CA-8C83866E5214}"/>
    <pc:docChg chg="addSld delSld modSld">
      <pc:chgData name="Xavier BOULOIS" userId="S::xabo63361@eleve.isep.fr::eec3292b-3bb1-4eab-b0b6-25d6670cb5d2" providerId="AD" clId="Web-{7E219DA8-F26B-74CB-18CA-8C83866E5214}" dt="2024-01-23T10:47:14.601" v="151" actId="20577"/>
      <pc:docMkLst>
        <pc:docMk/>
      </pc:docMkLst>
      <pc:sldChg chg="modSp new">
        <pc:chgData name="Xavier BOULOIS" userId="S::xabo63361@eleve.isep.fr::eec3292b-3bb1-4eab-b0b6-25d6670cb5d2" providerId="AD" clId="Web-{7E219DA8-F26B-74CB-18CA-8C83866E5214}" dt="2024-01-23T10:41:58.698" v="102" actId="1076"/>
        <pc:sldMkLst>
          <pc:docMk/>
          <pc:sldMk cId="2978351068" sldId="263"/>
        </pc:sldMkLst>
        <pc:spChg chg="mod">
          <ac:chgData name="Xavier BOULOIS" userId="S::xabo63361@eleve.isep.fr::eec3292b-3bb1-4eab-b0b6-25d6670cb5d2" providerId="AD" clId="Web-{7E219DA8-F26B-74CB-18CA-8C83866E5214}" dt="2024-01-23T10:26:44.678" v="35" actId="20577"/>
          <ac:spMkLst>
            <pc:docMk/>
            <pc:sldMk cId="2978351068" sldId="263"/>
            <ac:spMk id="2" creationId="{8A3E91E1-13B0-28EA-781E-63164BF217C1}"/>
          </ac:spMkLst>
        </pc:spChg>
        <pc:spChg chg="mod">
          <ac:chgData name="Xavier BOULOIS" userId="S::xabo63361@eleve.isep.fr::eec3292b-3bb1-4eab-b0b6-25d6670cb5d2" providerId="AD" clId="Web-{7E219DA8-F26B-74CB-18CA-8C83866E5214}" dt="2024-01-23T10:41:58.698" v="102" actId="1076"/>
          <ac:spMkLst>
            <pc:docMk/>
            <pc:sldMk cId="2978351068" sldId="263"/>
            <ac:spMk id="3" creationId="{D94196FE-344E-9665-A574-E94DB16D9461}"/>
          </ac:spMkLst>
        </pc:spChg>
      </pc:sldChg>
      <pc:sldChg chg="new del">
        <pc:chgData name="Xavier BOULOIS" userId="S::xabo63361@eleve.isep.fr::eec3292b-3bb1-4eab-b0b6-25d6670cb5d2" providerId="AD" clId="Web-{7E219DA8-F26B-74CB-18CA-8C83866E5214}" dt="2024-01-23T10:40:32.414" v="88"/>
        <pc:sldMkLst>
          <pc:docMk/>
          <pc:sldMk cId="3532147286" sldId="264"/>
        </pc:sldMkLst>
      </pc:sldChg>
      <pc:sldChg chg="addSp delSp modSp add">
        <pc:chgData name="Xavier BOULOIS" userId="S::xabo63361@eleve.isep.fr::eec3292b-3bb1-4eab-b0b6-25d6670cb5d2" providerId="AD" clId="Web-{7E219DA8-F26B-74CB-18CA-8C83866E5214}" dt="2024-01-23T10:45:09.128" v="126" actId="1076"/>
        <pc:sldMkLst>
          <pc:docMk/>
          <pc:sldMk cId="583326118" sldId="266"/>
        </pc:sldMkLst>
        <pc:spChg chg="mod">
          <ac:chgData name="Xavier BOULOIS" userId="S::xabo63361@eleve.isep.fr::eec3292b-3bb1-4eab-b0b6-25d6670cb5d2" providerId="AD" clId="Web-{7E219DA8-F26B-74CB-18CA-8C83866E5214}" dt="2024-01-23T10:45:03.831" v="124" actId="1076"/>
          <ac:spMkLst>
            <pc:docMk/>
            <pc:sldMk cId="583326118" sldId="266"/>
            <ac:spMk id="2" creationId="{E41D8DB0-FB4D-CA0A-FFEA-652CC1C10FEC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2:20.059" v="106" actId="1076"/>
          <ac:spMkLst>
            <pc:docMk/>
            <pc:sldMk cId="583326118" sldId="266"/>
            <ac:spMk id="6" creationId="{60794CDC-2F76-E9D5-340D-23680F4AF7D6}"/>
          </ac:spMkLst>
        </pc:spChg>
        <pc:spChg chg="mod">
          <ac:chgData name="Xavier BOULOIS" userId="S::xabo63361@eleve.isep.fr::eec3292b-3bb1-4eab-b0b6-25d6670cb5d2" providerId="AD" clId="Web-{7E219DA8-F26B-74CB-18CA-8C83866E5214}" dt="2024-01-23T10:42:34.200" v="108" actId="1076"/>
          <ac:spMkLst>
            <pc:docMk/>
            <pc:sldMk cId="583326118" sldId="266"/>
            <ac:spMk id="7" creationId="{9749A29B-0F80-8F2F-271B-5FD61218A89F}"/>
          </ac:spMkLst>
        </pc:spChg>
        <pc:spChg chg="add del mod">
          <ac:chgData name="Xavier BOULOIS" userId="S::xabo63361@eleve.isep.fr::eec3292b-3bb1-4eab-b0b6-25d6670cb5d2" providerId="AD" clId="Web-{7E219DA8-F26B-74CB-18CA-8C83866E5214}" dt="2024-01-23T10:42:13.183" v="104"/>
          <ac:spMkLst>
            <pc:docMk/>
            <pc:sldMk cId="583326118" sldId="266"/>
            <ac:spMk id="11" creationId="{D42E636E-B557-BE5B-FCE2-D3EB2F727A11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5:09.128" v="126" actId="1076"/>
          <ac:spMkLst>
            <pc:docMk/>
            <pc:sldMk cId="583326118" sldId="266"/>
            <ac:spMk id="13" creationId="{BD45DD6D-BF2C-6061-F8A4-7D5FBDF4B533}"/>
          </ac:spMkLst>
        </pc:spChg>
        <pc:picChg chg="mod">
          <ac:chgData name="Xavier BOULOIS" userId="S::xabo63361@eleve.isep.fr::eec3292b-3bb1-4eab-b0b6-25d6670cb5d2" providerId="AD" clId="Web-{7E219DA8-F26B-74CB-18CA-8C83866E5214}" dt="2024-01-23T10:42:22.559" v="107" actId="1076"/>
          <ac:picMkLst>
            <pc:docMk/>
            <pc:sldMk cId="583326118" sldId="266"/>
            <ac:picMk id="8" creationId="{7F01F1F8-8EF3-3750-A48C-4EA5976C21F2}"/>
          </ac:picMkLst>
        </pc:picChg>
        <pc:picChg chg="add mod">
          <ac:chgData name="Xavier BOULOIS" userId="S::xabo63361@eleve.isep.fr::eec3292b-3bb1-4eab-b0b6-25d6670cb5d2" providerId="AD" clId="Web-{7E219DA8-F26B-74CB-18CA-8C83866E5214}" dt="2024-01-23T10:42:16.371" v="105" actId="1076"/>
          <ac:picMkLst>
            <pc:docMk/>
            <pc:sldMk cId="583326118" sldId="266"/>
            <ac:picMk id="9" creationId="{85EB37F4-AFA0-5821-3AD5-E128C5FDB088}"/>
          </ac:picMkLst>
        </pc:picChg>
        <pc:picChg chg="add del mod">
          <ac:chgData name="Xavier BOULOIS" userId="S::xabo63361@eleve.isep.fr::eec3292b-3bb1-4eab-b0b6-25d6670cb5d2" providerId="AD" clId="Web-{7E219DA8-F26B-74CB-18CA-8C83866E5214}" dt="2024-01-23T10:42:09.824" v="103"/>
          <ac:picMkLst>
            <pc:docMk/>
            <pc:sldMk cId="583326118" sldId="266"/>
            <ac:picMk id="10" creationId="{4D5DFF37-49FF-7262-1CE5-00601628437E}"/>
          </ac:picMkLst>
        </pc:picChg>
      </pc:sldChg>
      <pc:sldChg chg="add del">
        <pc:chgData name="Xavier BOULOIS" userId="S::xabo63361@eleve.isep.fr::eec3292b-3bb1-4eab-b0b6-25d6670cb5d2" providerId="AD" clId="Web-{7E219DA8-F26B-74CB-18CA-8C83866E5214}" dt="2024-01-23T10:31:05.844" v="40"/>
        <pc:sldMkLst>
          <pc:docMk/>
          <pc:sldMk cId="2606557136" sldId="267"/>
        </pc:sldMkLst>
      </pc:sldChg>
      <pc:sldChg chg="addSp delSp modSp add">
        <pc:chgData name="Xavier BOULOIS" userId="S::xabo63361@eleve.isep.fr::eec3292b-3bb1-4eab-b0b6-25d6670cb5d2" providerId="AD" clId="Web-{7E219DA8-F26B-74CB-18CA-8C83866E5214}" dt="2024-01-23T10:47:14.601" v="151" actId="20577"/>
        <pc:sldMkLst>
          <pc:docMk/>
          <pc:sldMk cId="1336479279" sldId="269"/>
        </pc:sldMkLst>
        <pc:spChg chg="del">
          <ac:chgData name="Xavier BOULOIS" userId="S::xabo63361@eleve.isep.fr::eec3292b-3bb1-4eab-b0b6-25d6670cb5d2" providerId="AD" clId="Web-{7E219DA8-F26B-74CB-18CA-8C83866E5214}" dt="2024-01-23T10:43:59.984" v="123"/>
          <ac:spMkLst>
            <pc:docMk/>
            <pc:sldMk cId="1336479279" sldId="269"/>
            <ac:spMk id="2" creationId="{FF71C386-4626-210F-FA79-DED67F4CFE2C}"/>
          </ac:spMkLst>
        </pc:spChg>
        <pc:spChg chg="mod">
          <ac:chgData name="Xavier BOULOIS" userId="S::xabo63361@eleve.isep.fr::eec3292b-3bb1-4eab-b0b6-25d6670cb5d2" providerId="AD" clId="Web-{7E219DA8-F26B-74CB-18CA-8C83866E5214}" dt="2024-01-23T10:47:14.601" v="151" actId="20577"/>
          <ac:spMkLst>
            <pc:docMk/>
            <pc:sldMk cId="1336479279" sldId="269"/>
            <ac:spMk id="3" creationId="{CFCD8469-1A3A-2670-E8DA-358086291DAF}"/>
          </ac:spMkLst>
        </pc:spChg>
        <pc:spChg chg="add del mod">
          <ac:chgData name="Xavier BOULOIS" userId="S::xabo63361@eleve.isep.fr::eec3292b-3bb1-4eab-b0b6-25d6670cb5d2" providerId="AD" clId="Web-{7E219DA8-F26B-74CB-18CA-8C83866E5214}" dt="2024-01-23T10:46:16.912" v="138"/>
          <ac:spMkLst>
            <pc:docMk/>
            <pc:sldMk cId="1336479279" sldId="269"/>
            <ac:spMk id="8" creationId="{F199B39F-A0AE-54F4-1923-4BEB68C4F66A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6:23.490" v="139" actId="1076"/>
          <ac:spMkLst>
            <pc:docMk/>
            <pc:sldMk cId="1336479279" sldId="269"/>
            <ac:spMk id="10" creationId="{E2679F19-F440-DF4C-7659-BB3796693968}"/>
          </ac:spMkLst>
        </pc:spChg>
      </pc:sldChg>
      <pc:sldChg chg="addSp modSp add">
        <pc:chgData name="Xavier BOULOIS" userId="S::xabo63361@eleve.isep.fr::eec3292b-3bb1-4eab-b0b6-25d6670cb5d2" providerId="AD" clId="Web-{7E219DA8-F26B-74CB-18CA-8C83866E5214}" dt="2024-01-23T10:46:08.661" v="136" actId="1076"/>
        <pc:sldMkLst>
          <pc:docMk/>
          <pc:sldMk cId="3136780804" sldId="270"/>
        </pc:sldMkLst>
        <pc:spChg chg="mod">
          <ac:chgData name="Xavier BOULOIS" userId="S::xabo63361@eleve.isep.fr::eec3292b-3bb1-4eab-b0b6-25d6670cb5d2" providerId="AD" clId="Web-{7E219DA8-F26B-74CB-18CA-8C83866E5214}" dt="2024-01-23T10:43:35.468" v="122" actId="20577"/>
          <ac:spMkLst>
            <pc:docMk/>
            <pc:sldMk cId="3136780804" sldId="270"/>
            <ac:spMk id="2" creationId="{CC6DC431-A558-D3ED-7B69-D18BFB3751EA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6:08.661" v="136" actId="1076"/>
          <ac:spMkLst>
            <pc:docMk/>
            <pc:sldMk cId="3136780804" sldId="270"/>
            <ac:spMk id="7" creationId="{03B2E1FF-27F4-5C33-865F-D7B7551B6A67}"/>
          </ac:spMkLst>
        </pc:spChg>
      </pc:sldChg>
      <pc:sldChg chg="addSp modSp add">
        <pc:chgData name="Xavier BOULOIS" userId="S::xabo63361@eleve.isep.fr::eec3292b-3bb1-4eab-b0b6-25d6670cb5d2" providerId="AD" clId="Web-{7E219DA8-F26B-74CB-18CA-8C83866E5214}" dt="2024-01-23T10:45:25.863" v="130" actId="1076"/>
        <pc:sldMkLst>
          <pc:docMk/>
          <pc:sldMk cId="3542499081" sldId="274"/>
        </pc:sldMkLst>
        <pc:spChg chg="mod">
          <ac:chgData name="Xavier BOULOIS" userId="S::xabo63361@eleve.isep.fr::eec3292b-3bb1-4eab-b0b6-25d6670cb5d2" providerId="AD" clId="Web-{7E219DA8-F26B-74CB-18CA-8C83866E5214}" dt="2024-01-23T10:45:25.863" v="130" actId="1076"/>
          <ac:spMkLst>
            <pc:docMk/>
            <pc:sldMk cId="3542499081" sldId="274"/>
            <ac:spMk id="2" creationId="{5E6334B2-7333-5808-3E57-7CFF4098A732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5:18.081" v="128" actId="1076"/>
          <ac:spMkLst>
            <pc:docMk/>
            <pc:sldMk cId="3542499081" sldId="274"/>
            <ac:spMk id="6" creationId="{65F271B3-637F-782D-3F71-9241F28BD8C0}"/>
          </ac:spMkLst>
        </pc:spChg>
        <pc:spChg chg="mod">
          <ac:chgData name="Xavier BOULOIS" userId="S::xabo63361@eleve.isep.fr::eec3292b-3bb1-4eab-b0b6-25d6670cb5d2" providerId="AD" clId="Web-{7E219DA8-F26B-74CB-18CA-8C83866E5214}" dt="2024-01-23T10:45:23.097" v="129" actId="1076"/>
          <ac:spMkLst>
            <pc:docMk/>
            <pc:sldMk cId="3542499081" sldId="274"/>
            <ac:spMk id="7" creationId="{75545F35-F103-6D34-A332-701E7DCBCDE6}"/>
          </ac:spMkLst>
        </pc:spChg>
      </pc:sldChg>
      <pc:sldChg chg="addSp delSp modSp add">
        <pc:chgData name="Xavier BOULOIS" userId="S::xabo63361@eleve.isep.fr::eec3292b-3bb1-4eab-b0b6-25d6670cb5d2" providerId="AD" clId="Web-{7E219DA8-F26B-74CB-18CA-8C83866E5214}" dt="2024-01-23T10:45:49.004" v="134" actId="1076"/>
        <pc:sldMkLst>
          <pc:docMk/>
          <pc:sldMk cId="254673460" sldId="275"/>
        </pc:sldMkLst>
        <pc:spChg chg="del mod">
          <ac:chgData name="Xavier BOULOIS" userId="S::xabo63361@eleve.isep.fr::eec3292b-3bb1-4eab-b0b6-25d6670cb5d2" providerId="AD" clId="Web-{7E219DA8-F26B-74CB-18CA-8C83866E5214}" dt="2024-01-23T10:43:01.967" v="115"/>
          <ac:spMkLst>
            <pc:docMk/>
            <pc:sldMk cId="254673460" sldId="275"/>
            <ac:spMk id="2" creationId="{5E6334B2-7333-5808-3E57-7CFF4098A732}"/>
          </ac:spMkLst>
        </pc:spChg>
        <pc:spChg chg="add mod">
          <ac:chgData name="Xavier BOULOIS" userId="S::xabo63361@eleve.isep.fr::eec3292b-3bb1-4eab-b0b6-25d6670cb5d2" providerId="AD" clId="Web-{7E219DA8-F26B-74CB-18CA-8C83866E5214}" dt="2024-01-23T10:45:49.004" v="134" actId="1076"/>
          <ac:spMkLst>
            <pc:docMk/>
            <pc:sldMk cId="254673460" sldId="275"/>
            <ac:spMk id="8" creationId="{88BE50D3-0EB8-BA98-17C3-8B670E339514}"/>
          </ac:spMkLst>
        </pc:spChg>
        <pc:picChg chg="mod">
          <ac:chgData name="Xavier BOULOIS" userId="S::xabo63361@eleve.isep.fr::eec3292b-3bb1-4eab-b0b6-25d6670cb5d2" providerId="AD" clId="Web-{7E219DA8-F26B-74CB-18CA-8C83866E5214}" dt="2024-01-23T10:45:37.224" v="131" actId="1076"/>
          <ac:picMkLst>
            <pc:docMk/>
            <pc:sldMk cId="254673460" sldId="275"/>
            <ac:picMk id="4" creationId="{15DAAE00-26EE-7251-99FA-0C01C8A2AAB5}"/>
          </ac:picMkLst>
        </pc:picChg>
        <pc:picChg chg="mod">
          <ac:chgData name="Xavier BOULOIS" userId="S::xabo63361@eleve.isep.fr::eec3292b-3bb1-4eab-b0b6-25d6670cb5d2" providerId="AD" clId="Web-{7E219DA8-F26B-74CB-18CA-8C83866E5214}" dt="2024-01-23T10:45:43.270" v="132" actId="1076"/>
          <ac:picMkLst>
            <pc:docMk/>
            <pc:sldMk cId="254673460" sldId="275"/>
            <ac:picMk id="6" creationId="{36374BB5-417C-B3AE-2303-DEC634534D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35C75-876C-4E85-AE5B-F6BAFB8A1ED0}" type="datetimeFigureOut">
              <a:rPr lang="fr-FR" smtClean="0"/>
              <a:t>23/01/2024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B5D53-E1EB-4163-8CD7-7B9DAFB6A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92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842EABA-7EBE-4BD9-9C1F-398D81E113C4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10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605E-53B6-4D69-B08D-90117F28CDF8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99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11620-7C06-4482-AF5D-9B83DC4537D0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96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FA9-F0ED-4066-9CF4-DC235572006C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07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FEC38-B277-4E34-B75A-F2B3DEBB8FFB}" type="datetime1">
              <a:rPr lang="fr-FR" smtClean="0"/>
              <a:t>23/01/2024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58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B6E0D-4609-4EF8-8D3E-C267A275AA48}" type="datetime1">
              <a:rPr lang="fr-FR" smtClean="0"/>
              <a:t>23/01/2024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65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61E5-6445-473A-B726-2ABEB4D43546}" type="datetime1">
              <a:rPr lang="fr-FR" smtClean="0"/>
              <a:t>23/01/2024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38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832D-F485-49CF-9ED1-1E3661451C5F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85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A50BD-2411-4D98-A208-46C0015B44D3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07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AE5A-72D7-466C-985D-33ED7A74F980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566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8D6A-78BF-46F4-8556-63C4E4EFD812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97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26352-5060-48B3-8EE8-A05053C83087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888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E564-F5B2-4C50-9CED-B3C89D9E7B6E}" type="datetime1">
              <a:rPr lang="fr-FR" smtClean="0"/>
              <a:t>23/01/2024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769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F827-E6CA-42A8-9DC3-C10A3BF26DBF}" type="datetime1">
              <a:rPr lang="fr-FR" smtClean="0"/>
              <a:t>23/01/2024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001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4914-0A22-4149-B711-B77A41442FBA}" type="datetime1">
              <a:rPr lang="fr-FR" smtClean="0"/>
              <a:t>23/01/2024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6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F17A-1C6C-4046-ACF0-A45040BD2807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832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2F37-EC2D-46E9-9BCD-4AF118DCA88A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7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9F276-037A-40C5-B25F-EB4F57955BBB}" type="datetime1">
              <a:rPr lang="fr-FR" smtClean="0"/>
              <a:t>23/01/2024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F393B-265A-4BD4-B582-9BB9CC2928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0820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Une image contenant habits, personne, Visage humain, mur&#10;&#10;Description générée automatiquement">
            <a:extLst>
              <a:ext uri="{FF2B5EF4-FFF2-40B4-BE49-F238E27FC236}">
                <a16:creationId xmlns:a16="http://schemas.microsoft.com/office/drawing/2014/main" id="{E419ECD8-E8AA-A117-C964-0C0CDFA1FB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0" t="15483" r="22395" b="25614"/>
          <a:stretch/>
        </p:blipFill>
        <p:spPr>
          <a:xfrm>
            <a:off x="805199" y="1343426"/>
            <a:ext cx="6380238" cy="47200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87F4975-FFD8-F5E9-5353-D0B7A3F4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746" y="4944"/>
            <a:ext cx="9040105" cy="1160658"/>
          </a:xfrm>
        </p:spPr>
        <p:txBody>
          <a:bodyPr/>
          <a:lstStyle/>
          <a:p>
            <a:r>
              <a:rPr lang="fr-FR" cap="none"/>
              <a:t>Semestre 1- APP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602081-6B94-48F5-A099-F3F257E26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560" y="3128454"/>
            <a:ext cx="7008782" cy="11642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  Ahmed       Imed      Godefroy  </a:t>
            </a:r>
            <a:r>
              <a:rPr lang="fr-FR" cap="none">
                <a:solidFill>
                  <a:schemeClr val="bg1"/>
                </a:solidFill>
                <a:latin typeface="+mj-lt"/>
                <a:ea typeface="+mj-ea"/>
                <a:cs typeface="+mj-cs"/>
              </a:rPr>
              <a:t>Walid</a:t>
            </a:r>
            <a:r>
              <a:rPr lang="fr-FR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     Xa</a:t>
            </a:r>
            <a:r>
              <a:rPr lang="fr-FR" cap="none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vier</a:t>
            </a:r>
          </a:p>
          <a:p>
            <a:r>
              <a:rPr lang="fr-FR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ZARROUKI    SAÏDI     </a:t>
            </a:r>
            <a:r>
              <a:rPr lang="fr-FR" cap="none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LECLUSE </a:t>
            </a:r>
            <a:r>
              <a:rPr lang="fr-FR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  </a:t>
            </a:r>
            <a:r>
              <a:rPr lang="fr-FR" cap="none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SAMM</a:t>
            </a:r>
            <a:r>
              <a:rPr lang="fr-FR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UNEH  </a:t>
            </a:r>
            <a:r>
              <a:rPr lang="fr-FR" cap="none">
                <a:solidFill>
                  <a:schemeClr val="bg1"/>
                </a:solidFill>
                <a:latin typeface="+mj-lt"/>
                <a:ea typeface="+mj-ea"/>
                <a:cs typeface="+mj-cs"/>
              </a:rPr>
              <a:t> BOULOIS</a:t>
            </a:r>
          </a:p>
        </p:txBody>
      </p:sp>
      <p:pic>
        <p:nvPicPr>
          <p:cNvPr id="5" name="Image 4" descr="Une image contenant texte, Police, capture d’écran, Rectangle&#10;&#10;Description générée automatiquement">
            <a:extLst>
              <a:ext uri="{FF2B5EF4-FFF2-40B4-BE49-F238E27FC236}">
                <a16:creationId xmlns:a16="http://schemas.microsoft.com/office/drawing/2014/main" id="{9664ADC1-B1DD-BC44-B120-4AACC0DBC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112" y="3485444"/>
            <a:ext cx="4893888" cy="329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0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7F4975-FFD8-F5E9-5353-D0B7A3F4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746" y="4944"/>
            <a:ext cx="9040105" cy="1160658"/>
          </a:xfrm>
        </p:spPr>
        <p:txBody>
          <a:bodyPr>
            <a:normAutofit/>
          </a:bodyPr>
          <a:lstStyle/>
          <a:p>
            <a:r>
              <a:rPr lang="fr-FR" cap="none"/>
              <a:t>Sommaire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2A859254-38D0-DA0A-CCB9-02B17F79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011680"/>
            <a:ext cx="8791575" cy="3246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fr-FR" cap="none">
                <a:solidFill>
                  <a:schemeClr val="tx1"/>
                </a:solidFill>
              </a:rPr>
              <a:t>Composante électronique I</a:t>
            </a:r>
          </a:p>
          <a:p>
            <a:pPr marL="514350" indent="-514350">
              <a:buFont typeface="+mj-lt"/>
              <a:buAutoNum type="romanUcPeriod"/>
            </a:pPr>
            <a:r>
              <a:rPr lang="fr-FR" cap="none">
                <a:solidFill>
                  <a:schemeClr val="tx1"/>
                </a:solidFill>
              </a:rPr>
              <a:t>Composante signal</a:t>
            </a:r>
          </a:p>
          <a:p>
            <a:pPr marL="514350" indent="-514350">
              <a:buFont typeface="+mj-lt"/>
              <a:buAutoNum type="romanUcPeriod"/>
            </a:pPr>
            <a:r>
              <a:rPr lang="fr-FR" cap="none">
                <a:solidFill>
                  <a:schemeClr val="tx1"/>
                </a:solidFill>
              </a:rPr>
              <a:t>Composante électronique II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D5695C4-FF3C-FC10-7EA7-6DBEA676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49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84E9-0647-4E70-110B-B340614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I. Composante électronique première partie</a:t>
            </a:r>
            <a:r>
              <a:rPr lang="fr-FR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609FD-DF21-17EC-ACDF-B875B6C1E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Mission 1</a:t>
            </a:r>
          </a:p>
          <a:p>
            <a:pPr marL="0" indent="0">
              <a:buNone/>
            </a:pPr>
            <a:r>
              <a:rPr lang="fr-FR"/>
              <a:t>	-   Découverte de la carte et des composants</a:t>
            </a:r>
          </a:p>
          <a:p>
            <a:pPr marL="0" indent="0">
              <a:buNone/>
            </a:pPr>
            <a:r>
              <a:rPr lang="fr-FR"/>
              <a:t>	-   Soudure des composants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9F21C-A013-7F87-F2B5-D117A56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25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9849D-692D-D8BF-5DAB-F40FFC01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0EC20D-73DF-9FD1-E1FE-99E23CD6A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Objectif du produit</a:t>
            </a:r>
          </a:p>
          <a:p>
            <a:pPr marL="0" indent="0">
              <a:buNone/>
            </a:pPr>
            <a:endParaRPr lang="fr-FR"/>
          </a:p>
          <a:p>
            <a:r>
              <a:rPr lang="fr-FR"/>
              <a:t>Objectifs de ce semestre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E3FAFE-9BD3-76D0-D710-1EF3A605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6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84E9-0647-4E70-110B-B340614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I. Composante électronique première partie</a:t>
            </a:r>
            <a:r>
              <a:rPr lang="fr-FR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609FD-DF21-17EC-ACDF-B875B6C1E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478570"/>
          </a:xfrm>
        </p:spPr>
        <p:txBody>
          <a:bodyPr/>
          <a:lstStyle/>
          <a:p>
            <a:r>
              <a:rPr lang="fr-FR"/>
              <a:t>Mission 1</a:t>
            </a:r>
          </a:p>
          <a:p>
            <a:pPr marL="0" indent="0">
              <a:buNone/>
            </a:pPr>
            <a:r>
              <a:rPr lang="fr-FR"/>
              <a:t>	-   Découverte de la carte et des composants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9F21C-A013-7F87-F2B5-D117A56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5</a:t>
            </a:fld>
            <a:endParaRPr lang="fr-FR"/>
          </a:p>
        </p:txBody>
      </p:sp>
      <p:pic>
        <p:nvPicPr>
          <p:cNvPr id="6" name="Image 5" descr="Une image contenant circuit, Appareils électroniques, Composant électronique, Composant de circuit&#10;&#10;Description générée automatiquement">
            <a:extLst>
              <a:ext uri="{FF2B5EF4-FFF2-40B4-BE49-F238E27FC236}">
                <a16:creationId xmlns:a16="http://schemas.microsoft.com/office/drawing/2014/main" id="{5903654B-AE01-D941-871A-74A5AED869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" t="10462" r="7425" b="18359"/>
          <a:stretch/>
        </p:blipFill>
        <p:spPr>
          <a:xfrm>
            <a:off x="809319" y="3880456"/>
            <a:ext cx="2285574" cy="25097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FBC05DD-4D45-8E7D-FD52-281853CFCADF}"/>
              </a:ext>
            </a:extLst>
          </p:cNvPr>
          <p:cNvSpPr txBox="1"/>
          <p:nvPr/>
        </p:nvSpPr>
        <p:spPr>
          <a:xfrm>
            <a:off x="3221501" y="4065563"/>
            <a:ext cx="26728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/>
              <a:t>32 </a:t>
            </a:r>
            <a:r>
              <a:rPr lang="fr-FR" sz="1600" err="1"/>
              <a:t>kB</a:t>
            </a:r>
            <a:r>
              <a:rPr lang="fr-FR" sz="1600"/>
              <a:t> de mémoire SRAM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/>
              <a:t>256 </a:t>
            </a:r>
            <a:r>
              <a:rPr lang="fr-FR" sz="1600" err="1"/>
              <a:t>kB</a:t>
            </a:r>
            <a:r>
              <a:rPr lang="fr-FR" sz="1600"/>
              <a:t> de mémoire flash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/>
              <a:t>2 </a:t>
            </a:r>
            <a:r>
              <a:rPr lang="fr-FR" sz="1600" err="1"/>
              <a:t>kB</a:t>
            </a:r>
            <a:r>
              <a:rPr lang="fr-FR" sz="1600"/>
              <a:t> de mémoire EEPROM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/>
              <a:t>Unité de calcule des nombres flottants</a:t>
            </a:r>
          </a:p>
          <a:p>
            <a:pPr algn="just"/>
            <a:r>
              <a:rPr lang="fr-FR" sz="1600"/>
              <a:t>=&gt; possibilité de calcul précis</a:t>
            </a:r>
          </a:p>
          <a:p>
            <a:endParaRPr lang="fr-FR"/>
          </a:p>
        </p:txBody>
      </p:sp>
      <p:pic>
        <p:nvPicPr>
          <p:cNvPr id="9" name="Image 8" descr="Une image contenant Appareils électroniques, circuit, Ingénierie électronique, Composant de circuit&#10;&#10;Description générée automatiquement">
            <a:extLst>
              <a:ext uri="{FF2B5EF4-FFF2-40B4-BE49-F238E27FC236}">
                <a16:creationId xmlns:a16="http://schemas.microsoft.com/office/drawing/2014/main" id="{9F96C470-1A82-0A80-719A-8EA9F73DE9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5" t="9019" r="3128"/>
          <a:stretch/>
        </p:blipFill>
        <p:spPr>
          <a:xfrm rot="5400000">
            <a:off x="10077110" y="4192091"/>
            <a:ext cx="1472465" cy="1592893"/>
          </a:xfrm>
          <a:prstGeom prst="rect">
            <a:avLst/>
          </a:prstGeom>
        </p:spPr>
      </p:pic>
      <p:pic>
        <p:nvPicPr>
          <p:cNvPr id="11" name="Image 10" descr="Une image contenant Appareils électroniques, circuit, Ingénierie électronique, Composant électronique&#10;&#10;Description générée automatiquement">
            <a:extLst>
              <a:ext uri="{FF2B5EF4-FFF2-40B4-BE49-F238E27FC236}">
                <a16:creationId xmlns:a16="http://schemas.microsoft.com/office/drawing/2014/main" id="{6B66F59B-68D9-7D0F-606F-5AB8863E97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6359" b="31282"/>
          <a:stretch/>
        </p:blipFill>
        <p:spPr>
          <a:xfrm>
            <a:off x="6950163" y="4192446"/>
            <a:ext cx="2611155" cy="159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84E9-0647-4E70-110B-B340614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I. Composante électronique première partie</a:t>
            </a:r>
            <a:r>
              <a:rPr lang="fr-FR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9F21C-A013-7F87-F2B5-D117A56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6</a:t>
            </a:fld>
            <a:endParaRPr lang="fr-FR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C219DE3-3AA2-AF39-4449-82AC76F89354}"/>
              </a:ext>
            </a:extLst>
          </p:cNvPr>
          <p:cNvSpPr txBox="1">
            <a:spLocks/>
          </p:cNvSpPr>
          <p:nvPr/>
        </p:nvSpPr>
        <p:spPr>
          <a:xfrm>
            <a:off x="1141412" y="2249487"/>
            <a:ext cx="4960188" cy="35417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Mission 1</a:t>
            </a:r>
          </a:p>
          <a:p>
            <a:r>
              <a:rPr lang="fr-FR"/>
              <a:t>Ce que nous avons appris : 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Soudure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programmation sur Energia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Connaissances d'électronique</a:t>
            </a:r>
          </a:p>
          <a:p>
            <a:pPr lvl="1">
              <a:buFont typeface="Calibri" panose="020B0604020202020204" pitchFamily="34" charset="0"/>
              <a:buChar char="-"/>
            </a:pPr>
            <a:endParaRPr lang="fr-FR"/>
          </a:p>
          <a:p>
            <a:endParaRPr lang="fr-FR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DC8467-2EE5-B1E7-22E3-EEBA8E6B4D88}"/>
              </a:ext>
            </a:extLst>
          </p:cNvPr>
          <p:cNvSpPr txBox="1">
            <a:spLocks/>
          </p:cNvSpPr>
          <p:nvPr/>
        </p:nvSpPr>
        <p:spPr>
          <a:xfrm>
            <a:off x="6095850" y="2243736"/>
            <a:ext cx="4960188" cy="35417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  <a:p>
            <a:r>
              <a:rPr lang="fr-FR"/>
              <a:t>Ce qui n'a pas marché : </a:t>
            </a:r>
          </a:p>
          <a:p>
            <a:pPr lvl="1">
              <a:buFont typeface="Calibri,Sans-Serif" panose="020B0604020202020204" pitchFamily="34" charset="0"/>
              <a:buChar char="-"/>
            </a:pPr>
            <a:r>
              <a:rPr lang="fr-FR">
                <a:latin typeface="TW Cen MT"/>
              </a:rPr>
              <a:t>Code sur Energia et PUTTY</a:t>
            </a:r>
            <a:endParaRPr lang="en-US">
              <a:latin typeface="TW Cen MT"/>
            </a:endParaRPr>
          </a:p>
          <a:p>
            <a:pPr lvl="1">
              <a:buFont typeface="Calibri,Sans-Serif" panose="020B0604020202020204" pitchFamily="34" charset="0"/>
              <a:buChar char="-"/>
            </a:pPr>
            <a:r>
              <a:rPr lang="fr-FR">
                <a:latin typeface="TW Cen MT"/>
              </a:rPr>
              <a:t>Bluetooth et consommation</a:t>
            </a:r>
            <a:endParaRPr lang="fr-FR"/>
          </a:p>
          <a:p>
            <a:r>
              <a:rPr lang="fr-FR"/>
              <a:t>Ce qui a marché : 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Allumage de la LED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Soudure</a:t>
            </a:r>
          </a:p>
        </p:txBody>
      </p:sp>
    </p:spTree>
    <p:extLst>
      <p:ext uri="{BB962C8B-B14F-4D97-AF65-F5344CB8AC3E}">
        <p14:creationId xmlns:p14="http://schemas.microsoft.com/office/powerpoint/2010/main" val="211193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E91E1-13B0-28EA-781E-63164BF2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I. Composante électronique première partie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196FE-344E-9665-A574-E94DB16D9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173973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latin typeface="Arial"/>
                <a:cs typeface="Arial"/>
              </a:rPr>
              <a:t>Mission 2</a:t>
            </a: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r>
              <a:rPr lang="fr-FR">
                <a:latin typeface="Arial"/>
                <a:cs typeface="Arial"/>
              </a:rPr>
              <a:t> -Micro </a:t>
            </a:r>
            <a:r>
              <a:rPr lang="fr-FR" err="1">
                <a:latin typeface="Arial"/>
                <a:cs typeface="Arial"/>
              </a:rPr>
              <a:t>electret</a:t>
            </a:r>
            <a:endParaRPr lang="fr-FR">
              <a:latin typeface="Arial"/>
              <a:cs typeface="Arial"/>
            </a:endParaRPr>
          </a:p>
          <a:p>
            <a:pPr marL="0" indent="0">
              <a:buNone/>
            </a:pPr>
            <a:r>
              <a:rPr lang="fr-FR">
                <a:latin typeface="Arial"/>
                <a:cs typeface="Arial"/>
              </a:rPr>
              <a:t> -Amplification</a:t>
            </a: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r>
              <a:rPr lang="fr-FR">
                <a:latin typeface="Arial"/>
                <a:cs typeface="Arial"/>
              </a:rPr>
              <a:t> -Filtrage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BFA9E7-25B1-614B-9305-5DB995D0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35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D8DB0-FB4D-CA0A-FFEA-652CC1C1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421708"/>
            <a:ext cx="2835188" cy="778354"/>
          </a:xfrm>
        </p:spPr>
        <p:txBody>
          <a:bodyPr/>
          <a:lstStyle/>
          <a:p>
            <a:r>
              <a:rPr lang="fr-FR" u="sng" cap="none"/>
              <a:t>Micro </a:t>
            </a:r>
            <a:r>
              <a:rPr lang="fr-FR" u="sng" cap="none" err="1"/>
              <a:t>electret</a:t>
            </a:r>
            <a:endParaRPr lang="fr-FR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08CA1-28FD-12D9-41A2-9839F954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42667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/>
            </a:br>
            <a:endParaRPr lang="en-US"/>
          </a:p>
        </p:txBody>
      </p:sp>
      <p:pic>
        <p:nvPicPr>
          <p:cNvPr id="5" name="Image 4" descr="Une image contenant texte, Police, capture d’écran, Rectangle&#10;&#10;Description générée automatiquement">
            <a:extLst>
              <a:ext uri="{FF2B5EF4-FFF2-40B4-BE49-F238E27FC236}">
                <a16:creationId xmlns:a16="http://schemas.microsoft.com/office/drawing/2014/main" id="{DCD10C61-3B2D-DAD3-E0FF-CF923774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537" y="5640384"/>
            <a:ext cx="1779463" cy="119819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562FCD-3B77-44F7-9670-E2A55A69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3717" y="6487123"/>
            <a:ext cx="771089" cy="365125"/>
          </a:xfrm>
        </p:spPr>
        <p:txBody>
          <a:bodyPr/>
          <a:lstStyle/>
          <a:p>
            <a:fld id="{576F393B-265A-4BD4-B582-9BB9CC292838}" type="slidenum">
              <a:rPr lang="fr-FR" smtClean="0"/>
              <a:t>8</a:t>
            </a:fld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9A29B-0F80-8F2F-271B-5FD61218A89F}"/>
              </a:ext>
            </a:extLst>
          </p:cNvPr>
          <p:cNvSpPr txBox="1"/>
          <p:nvPr/>
        </p:nvSpPr>
        <p:spPr>
          <a:xfrm>
            <a:off x="1142622" y="2248609"/>
            <a:ext cx="4207121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le micro 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Charge </a:t>
            </a:r>
            <a:r>
              <a:rPr lang="en-US" err="1">
                <a:ea typeface="+mn-lt"/>
                <a:cs typeface="+mn-lt"/>
              </a:rPr>
              <a:t>permanente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Capsule sensible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Variation de </a:t>
            </a:r>
            <a:r>
              <a:rPr lang="en-US" err="1">
                <a:ea typeface="+mn-lt"/>
                <a:cs typeface="+mn-lt"/>
              </a:rPr>
              <a:t>capacité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Signal </a:t>
            </a:r>
            <a:r>
              <a:rPr lang="en-US" err="1">
                <a:ea typeface="+mn-lt"/>
                <a:cs typeface="+mn-lt"/>
              </a:rPr>
              <a:t>électrique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sz="1100">
                <a:latin typeface="TW Cen MT"/>
                <a:ea typeface="+mn-lt"/>
                <a:cs typeface="+mn-lt"/>
              </a:rPr>
              <a:t>(</a:t>
            </a:r>
            <a:r>
              <a:rPr lang="en-US" sz="1100" err="1">
                <a:latin typeface="TW Cen MT"/>
                <a:ea typeface="+mn-lt"/>
                <a:cs typeface="+mn-lt"/>
              </a:rPr>
              <a:t>géneré</a:t>
            </a:r>
            <a:r>
              <a:rPr lang="en-US" sz="1100">
                <a:latin typeface="TW Cen MT"/>
                <a:ea typeface="+mn-lt"/>
                <a:cs typeface="+mn-lt"/>
              </a:rPr>
              <a:t> par la variation de </a:t>
            </a:r>
            <a:r>
              <a:rPr lang="en-US" sz="1100" err="1">
                <a:latin typeface="TW Cen MT"/>
                <a:ea typeface="+mn-lt"/>
                <a:cs typeface="+mn-lt"/>
              </a:rPr>
              <a:t>capacité</a:t>
            </a:r>
            <a:r>
              <a:rPr lang="en-US" sz="1100">
                <a:latin typeface="TW Cen MT"/>
                <a:ea typeface="+mn-lt"/>
                <a:cs typeface="+mn-lt"/>
              </a:rPr>
              <a:t>) </a:t>
            </a:r>
            <a:endParaRPr lang="en-US">
              <a:latin typeface="TW Cen M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Amplification </a:t>
            </a:r>
            <a:r>
              <a:rPr lang="en-US" err="1">
                <a:latin typeface="TW Cen MT"/>
                <a:ea typeface="+mn-lt"/>
                <a:cs typeface="+mn-lt"/>
              </a:rPr>
              <a:t>nécessaire</a:t>
            </a:r>
            <a:r>
              <a:rPr lang="en-US">
                <a:latin typeface="TW Cen MT"/>
                <a:ea typeface="+mn-lt"/>
                <a:cs typeface="+mn-lt"/>
              </a:rPr>
              <a:t> </a:t>
            </a:r>
            <a:r>
              <a:rPr lang="en-US" sz="1100">
                <a:latin typeface="TW Cen MT"/>
                <a:ea typeface="+mn-lt"/>
                <a:cs typeface="+mn-lt"/>
              </a:rPr>
              <a:t>(car le signal </a:t>
            </a:r>
            <a:r>
              <a:rPr lang="en-US" sz="1100" err="1">
                <a:latin typeface="TW Cen MT"/>
                <a:ea typeface="+mn-lt"/>
                <a:cs typeface="+mn-lt"/>
              </a:rPr>
              <a:t>est</a:t>
            </a:r>
            <a:r>
              <a:rPr lang="en-US" sz="1100">
                <a:latin typeface="TW Cen MT"/>
                <a:ea typeface="+mn-lt"/>
                <a:cs typeface="+mn-lt"/>
              </a:rPr>
              <a:t> </a:t>
            </a:r>
            <a:r>
              <a:rPr lang="en-US" sz="1100" err="1">
                <a:latin typeface="TW Cen MT"/>
                <a:ea typeface="+mn-lt"/>
                <a:cs typeface="+mn-lt"/>
              </a:rPr>
              <a:t>faible</a:t>
            </a:r>
            <a:r>
              <a:rPr lang="en-US" sz="1100">
                <a:latin typeface="TW Cen MT"/>
                <a:ea typeface="+mn-lt"/>
                <a:cs typeface="+mn-lt"/>
              </a:rPr>
              <a:t>)</a:t>
            </a:r>
            <a:endParaRPr lang="en-US">
              <a:latin typeface="TW Cen M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100"/>
          </a:p>
        </p:txBody>
      </p:sp>
      <p:pic>
        <p:nvPicPr>
          <p:cNvPr id="8" name="Picture 7" descr="A white circuit board with wires and wires&#10;&#10;Description automatically generated">
            <a:extLst>
              <a:ext uri="{FF2B5EF4-FFF2-40B4-BE49-F238E27FC236}">
                <a16:creationId xmlns:a16="http://schemas.microsoft.com/office/drawing/2014/main" id="{7F01F1F8-8EF3-3750-A48C-4EA5976C21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50" t="41144" r="18428" b="50000"/>
          <a:stretch/>
        </p:blipFill>
        <p:spPr>
          <a:xfrm>
            <a:off x="1141852" y="4338311"/>
            <a:ext cx="1699154" cy="1537726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0794CDC-2F76-E9D5-340D-23680F4AF7D6}"/>
              </a:ext>
            </a:extLst>
          </p:cNvPr>
          <p:cNvSpPr txBox="1"/>
          <p:nvPr/>
        </p:nvSpPr>
        <p:spPr>
          <a:xfrm>
            <a:off x="6552135" y="2413366"/>
            <a:ext cx="2106473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Les </a:t>
            </a:r>
            <a:r>
              <a:rPr lang="en-US" b="1" err="1"/>
              <a:t>composants</a:t>
            </a:r>
            <a:r>
              <a:rPr lang="en-US" b="1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Resistance R1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Condensateur C1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Le micro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VCCA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  <a:ea typeface="+mn-lt"/>
                <a:cs typeface="+mn-lt"/>
              </a:rPr>
              <a:t>GRD</a:t>
            </a:r>
          </a:p>
          <a:p>
            <a:endParaRPr lang="en-US">
              <a:latin typeface="TW Cen MT"/>
              <a:ea typeface="+mn-lt"/>
              <a:cs typeface="+mn-lt"/>
            </a:endParaRPr>
          </a:p>
        </p:txBody>
      </p:sp>
      <p:pic>
        <p:nvPicPr>
          <p:cNvPr id="9" name="Image 8" descr="A diagram of a circuit&#10;&#10;Description automatically generated">
            <a:extLst>
              <a:ext uri="{FF2B5EF4-FFF2-40B4-BE49-F238E27FC236}">
                <a16:creationId xmlns:a16="http://schemas.microsoft.com/office/drawing/2014/main" id="{85EB37F4-AFA0-5821-3AD5-E128C5FDB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357" y="2085975"/>
            <a:ext cx="1828800" cy="268605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BD45DD6D-BF2C-6061-F8A4-7D5FBDF4B533}"/>
              </a:ext>
            </a:extLst>
          </p:cNvPr>
          <p:cNvSpPr txBox="1">
            <a:spLocks/>
          </p:cNvSpPr>
          <p:nvPr/>
        </p:nvSpPr>
        <p:spPr>
          <a:xfrm>
            <a:off x="1141413" y="137977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cap="none"/>
              <a:t>I. Composante électronique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58332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6334B2-7333-5808-3E57-7CFF4098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06842"/>
            <a:ext cx="9905998" cy="1478570"/>
          </a:xfrm>
        </p:spPr>
        <p:txBody>
          <a:bodyPr/>
          <a:lstStyle/>
          <a:p>
            <a:r>
              <a:rPr lang="fr-FR" u="sng" cap="none"/>
              <a:t>Amplification</a:t>
            </a:r>
          </a:p>
        </p:txBody>
      </p:sp>
      <p:pic>
        <p:nvPicPr>
          <p:cNvPr id="5" name="Image 4" descr="Une image contenant texte, Police, capture d’écran, Rectangle&#10;&#10;Description générée automatiquement">
            <a:extLst>
              <a:ext uri="{FF2B5EF4-FFF2-40B4-BE49-F238E27FC236}">
                <a16:creationId xmlns:a16="http://schemas.microsoft.com/office/drawing/2014/main" id="{2A531122-A912-9C04-61FF-920A3E184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537" y="5640384"/>
            <a:ext cx="1779463" cy="1198196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16E0654-1ADF-2A7E-C0DD-35035284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3717" y="6472746"/>
            <a:ext cx="771089" cy="365125"/>
          </a:xfrm>
        </p:spPr>
        <p:txBody>
          <a:bodyPr/>
          <a:lstStyle/>
          <a:p>
            <a:fld id="{576F393B-265A-4BD4-B582-9BB9CC292838}" type="slidenum">
              <a:rPr lang="fr-FR" dirty="0" smtClean="0"/>
              <a:t>9</a:t>
            </a:fld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5545F35-F103-6D34-A332-701E7DCBC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75387"/>
            <a:ext cx="9905999" cy="4338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Filtre passe bas</a:t>
            </a:r>
            <a:endParaRPr lang="fr-FR"/>
          </a:p>
          <a:p>
            <a:endParaRPr lang="fr-FR"/>
          </a:p>
          <a:p>
            <a:r>
              <a:rPr lang="fr-FR" sz="2200">
                <a:latin typeface="Arial"/>
                <a:cs typeface="Arial"/>
              </a:rPr>
              <a:t>Signal crête à crête minimal à 0V</a:t>
            </a:r>
            <a:endParaRPr lang="en-US" sz="2200">
              <a:latin typeface="Arial"/>
              <a:cs typeface="Arial"/>
            </a:endParaRPr>
          </a:p>
          <a:p>
            <a:endParaRPr lang="fr-FR" sz="2200">
              <a:latin typeface="Arial"/>
              <a:cs typeface="Arial"/>
            </a:endParaRPr>
          </a:p>
          <a:p>
            <a:r>
              <a:rPr lang="fr-FR"/>
              <a:t>Amplitude d'entrée : 100mV</a:t>
            </a:r>
          </a:p>
          <a:p>
            <a:r>
              <a:rPr lang="fr-FR"/>
              <a:t>Amplitude de sortie : 3.3V</a:t>
            </a:r>
          </a:p>
          <a:p>
            <a:r>
              <a:rPr lang="fr-FR"/>
              <a:t>Gain = 33</a:t>
            </a:r>
          </a:p>
          <a:p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5001BC-56FC-833B-E6D9-726A1363F304}"/>
              </a:ext>
            </a:extLst>
          </p:cNvPr>
          <p:cNvSpPr txBox="1"/>
          <p:nvPr/>
        </p:nvSpPr>
        <p:spPr>
          <a:xfrm>
            <a:off x="5396629" y="501041"/>
            <a:ext cx="396657" cy="407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5F271B3-637F-782D-3F71-9241F28BD8C0}"/>
              </a:ext>
            </a:extLst>
          </p:cNvPr>
          <p:cNvSpPr txBox="1">
            <a:spLocks/>
          </p:cNvSpPr>
          <p:nvPr/>
        </p:nvSpPr>
        <p:spPr>
          <a:xfrm>
            <a:off x="1266354" y="-128379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cap="none"/>
              <a:t>I. Composante électronique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354249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Police, capture d’écran, Rectangle&#10;&#10;Description générée automatiquement">
            <a:extLst>
              <a:ext uri="{FF2B5EF4-FFF2-40B4-BE49-F238E27FC236}">
                <a16:creationId xmlns:a16="http://schemas.microsoft.com/office/drawing/2014/main" id="{2A531122-A912-9C04-61FF-920A3E184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88" y="5842684"/>
            <a:ext cx="1476012" cy="995896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16E0654-1ADF-2A7E-C0DD-35035284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3717" y="6472746"/>
            <a:ext cx="771089" cy="365125"/>
          </a:xfrm>
        </p:spPr>
        <p:txBody>
          <a:bodyPr/>
          <a:lstStyle/>
          <a:p>
            <a:fld id="{576F393B-265A-4BD4-B582-9BB9CC292838}" type="slidenum">
              <a:rPr lang="fr-FR" dirty="0" smtClean="0"/>
              <a:t>10</a:t>
            </a:fld>
            <a:endParaRPr lang="fr-FR"/>
          </a:p>
        </p:txBody>
      </p:sp>
      <p:pic>
        <p:nvPicPr>
          <p:cNvPr id="4" name="Espace réservé du contenu 3" descr="Une image contenant texte, diagramme, nombre, ligne&#10;&#10;Description générée automatiquement">
            <a:extLst>
              <a:ext uri="{FF2B5EF4-FFF2-40B4-BE49-F238E27FC236}">
                <a16:creationId xmlns:a16="http://schemas.microsoft.com/office/drawing/2014/main" id="{15DAAE00-26EE-7251-99FA-0C01C8A2A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6466" y="1134447"/>
            <a:ext cx="9072928" cy="5465209"/>
          </a:xfr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6374BB5-417C-B3AE-2303-DEC634534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557" y="1208532"/>
            <a:ext cx="3720859" cy="2999314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88BE50D3-0EB8-BA98-17C3-8B670E33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656" y="-95428"/>
            <a:ext cx="9905998" cy="1478570"/>
          </a:xfrm>
        </p:spPr>
        <p:txBody>
          <a:bodyPr/>
          <a:lstStyle/>
          <a:p>
            <a:r>
              <a:rPr lang="fr-FR" cap="none" dirty="0"/>
              <a:t>I. Composante électronique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254673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6DC431-A558-D3ED-7B69-D18BFB37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cap="none"/>
              <a:t>Filtrage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29A945-BAEE-009C-EBAB-6A885363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11</a:t>
            </a:fld>
            <a:endParaRPr lang="fr-FR"/>
          </a:p>
        </p:txBody>
      </p:sp>
      <p:pic>
        <p:nvPicPr>
          <p:cNvPr id="3" name="Image 2" descr="Une image contenant texte, diagramme, capture d’écran, nombre&#10;&#10;Description générée automatiquement">
            <a:extLst>
              <a:ext uri="{FF2B5EF4-FFF2-40B4-BE49-F238E27FC236}">
                <a16:creationId xmlns:a16="http://schemas.microsoft.com/office/drawing/2014/main" id="{4212F2D9-2EC3-72C5-5AF6-D7865A1E3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01" t="12572" r="26310" b="5996"/>
          <a:stretch/>
        </p:blipFill>
        <p:spPr>
          <a:xfrm>
            <a:off x="1025963" y="1927854"/>
            <a:ext cx="5678472" cy="4390302"/>
          </a:xfrm>
          <a:prstGeom prst="rect">
            <a:avLst/>
          </a:prstGeom>
        </p:spPr>
      </p:pic>
      <p:sp>
        <p:nvSpPr>
          <p:cNvPr id="6" name="Espace réservé du contenu 6">
            <a:extLst>
              <a:ext uri="{FF2B5EF4-FFF2-40B4-BE49-F238E27FC236}">
                <a16:creationId xmlns:a16="http://schemas.microsoft.com/office/drawing/2014/main" id="{3F8201BF-A413-1296-1E77-37C8697F9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755" y="1926690"/>
            <a:ext cx="5354876" cy="43592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Filtre passe bas actif</a:t>
            </a:r>
            <a:endParaRPr lang="fr-FR"/>
          </a:p>
          <a:p>
            <a:r>
              <a:rPr lang="fr-FR"/>
              <a:t>Fréquence de coupure </a:t>
            </a:r>
            <a:r>
              <a:rPr lang="fr-FR" err="1"/>
              <a:t>fc</a:t>
            </a:r>
            <a:r>
              <a:rPr lang="fr-FR"/>
              <a:t> = 1/(2πR4C4) = 4kHz =&gt;C4=1.6nF</a:t>
            </a:r>
          </a:p>
          <a:p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03B2E1FF-27F4-5C33-865F-D7B7551B6A67}"/>
              </a:ext>
            </a:extLst>
          </p:cNvPr>
          <p:cNvSpPr txBox="1">
            <a:spLocks/>
          </p:cNvSpPr>
          <p:nvPr/>
        </p:nvSpPr>
        <p:spPr>
          <a:xfrm>
            <a:off x="1142786" y="-121514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cap="none"/>
              <a:t>I. Composante électronique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313678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CD8469-1A3A-2670-E8DA-358086291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960188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Mission 2</a:t>
            </a:r>
          </a:p>
          <a:p>
            <a:r>
              <a:rPr lang="fr-FR"/>
              <a:t>Ce que nous avons appris : 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Principe de fonctionnement micro </a:t>
            </a:r>
            <a:r>
              <a:rPr lang="fr-FR" err="1"/>
              <a:t>electret</a:t>
            </a:r>
            <a:endParaRPr lang="fr-FR"/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Fonctionnement de la carte TIVA</a:t>
            </a:r>
          </a:p>
          <a:p>
            <a:pPr marL="457200" lvl="1" indent="0">
              <a:buNone/>
            </a:pPr>
            <a:endParaRPr lang="fr-FR"/>
          </a:p>
          <a:p>
            <a:pPr lvl="1">
              <a:buFont typeface="Calibri" panose="020B0604020202020204" pitchFamily="34" charset="0"/>
              <a:buChar char="-"/>
            </a:pPr>
            <a:endParaRPr lang="fr-FR"/>
          </a:p>
          <a:p>
            <a:pPr lvl="1">
              <a:buFont typeface="Calibri" panose="020B0604020202020204" pitchFamily="34" charset="0"/>
              <a:buChar char="-"/>
            </a:pPr>
            <a:endParaRPr lang="fr-FR"/>
          </a:p>
          <a:p>
            <a:endParaRPr lang="fr-FR"/>
          </a:p>
        </p:txBody>
      </p:sp>
      <p:pic>
        <p:nvPicPr>
          <p:cNvPr id="5" name="Image 4" descr="Une image contenant texte, Police, capture d’écran, Rectangle&#10;&#10;Description générée automatiquement">
            <a:extLst>
              <a:ext uri="{FF2B5EF4-FFF2-40B4-BE49-F238E27FC236}">
                <a16:creationId xmlns:a16="http://schemas.microsoft.com/office/drawing/2014/main" id="{F3CB121F-77FD-6277-E50B-499BE8E1A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537" y="5640384"/>
            <a:ext cx="1779463" cy="1198196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E1913B3-BD2A-3874-A055-C1F7A6D9D83D}"/>
              </a:ext>
            </a:extLst>
          </p:cNvPr>
          <p:cNvSpPr txBox="1">
            <a:spLocks/>
          </p:cNvSpPr>
          <p:nvPr/>
        </p:nvSpPr>
        <p:spPr>
          <a:xfrm>
            <a:off x="6095850" y="2243736"/>
            <a:ext cx="4960188" cy="35417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Ce qui n'a pas marché : </a:t>
            </a:r>
          </a:p>
          <a:p>
            <a:pPr lvl="1">
              <a:buFont typeface="Calibri,Sans-Serif" panose="020B0604020202020204" pitchFamily="34" charset="0"/>
              <a:buChar char="-"/>
            </a:pPr>
            <a:r>
              <a:rPr lang="fr-FR">
                <a:latin typeface="TW Cen MT"/>
              </a:rPr>
              <a:t>Manipulations</a:t>
            </a:r>
          </a:p>
          <a:p>
            <a:pPr lvl="1">
              <a:buFont typeface="Calibri,Sans-Serif" panose="020B0604020202020204" pitchFamily="34" charset="0"/>
              <a:buChar char="-"/>
            </a:pPr>
            <a:r>
              <a:rPr lang="fr-FR">
                <a:latin typeface="TW Cen MT"/>
              </a:rPr>
              <a:t>Implémentation de l'amplification</a:t>
            </a:r>
          </a:p>
          <a:p>
            <a:r>
              <a:rPr lang="fr-FR"/>
              <a:t>Ce qui a marché : 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Implémentation du micro du filtre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Questions théoriques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fr-FR"/>
              <a:t>Simulation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6FFAE0-5932-F01D-E4A3-058E831E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3717" y="6487123"/>
            <a:ext cx="771089" cy="365125"/>
          </a:xfrm>
        </p:spPr>
        <p:txBody>
          <a:bodyPr/>
          <a:lstStyle/>
          <a:p>
            <a:fld id="{576F393B-265A-4BD4-B582-9BB9CC292838}" type="slidenum">
              <a:rPr lang="fr-FR" smtClean="0"/>
              <a:t>12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2679F19-F440-DF4C-7659-BB3796693968}"/>
              </a:ext>
            </a:extLst>
          </p:cNvPr>
          <p:cNvSpPr txBox="1">
            <a:spLocks/>
          </p:cNvSpPr>
          <p:nvPr/>
        </p:nvSpPr>
        <p:spPr>
          <a:xfrm>
            <a:off x="1156516" y="592432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cap="none"/>
              <a:t>I. Composante électronique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133647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84E9-0647-4E70-110B-B340614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II. Composante signal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609FD-DF21-17EC-ACDF-B875B6C1E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Livrable 1</a:t>
            </a:r>
          </a:p>
          <a:p>
            <a:pPr marL="0" indent="0">
              <a:buNone/>
            </a:pPr>
            <a:r>
              <a:rPr lang="fr-FR"/>
              <a:t>	-   Découverte de Matlab</a:t>
            </a:r>
          </a:p>
          <a:p>
            <a:pPr marL="0" indent="0">
              <a:buNone/>
            </a:pPr>
            <a:r>
              <a:rPr lang="fr-FR"/>
              <a:t>	-   Problème I : analyse d’un signal sur Matlab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9F21C-A013-7F87-F2B5-D117A56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005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584E9-0647-4E70-110B-B340614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II. Composante signal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609FD-DF21-17EC-ACDF-B875B6C1E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Livrable 1</a:t>
            </a:r>
          </a:p>
          <a:p>
            <a:pPr marL="0" indent="0">
              <a:buNone/>
            </a:pPr>
            <a:r>
              <a:rPr lang="fr-FR"/>
              <a:t>  - Découverte de Matlab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C9F21C-A013-7F87-F2B5-D117A56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6DBD0BF6-E1F9-78C8-AE8D-D4B92F602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54" y="3875549"/>
            <a:ext cx="3801110" cy="28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61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E30-0826-CFC4-D66D-1BACC4BC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09E4F3-863E-E9D3-8BF4-EF847BB1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III. Composante électronique II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CA22F-5A9E-414B-1722-E35E03DD3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Livrable 1</a:t>
            </a:r>
          </a:p>
          <a:p>
            <a:pPr marL="0" indent="0">
              <a:buNone/>
            </a:pPr>
            <a:r>
              <a:rPr lang="fr-FR" dirty="0"/>
              <a:t>	-   Découverte de Matlab</a:t>
            </a:r>
          </a:p>
          <a:p>
            <a:pPr marL="0" indent="0">
              <a:buNone/>
            </a:pPr>
            <a:r>
              <a:rPr lang="fr-FR" dirty="0"/>
              <a:t>	-   Problème I : analyse d’un signal sur Matlab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41C77C-873F-11CC-8CB2-E9644A76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08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E30-0826-CFC4-D66D-1BACC4BC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09E4F3-863E-E9D3-8BF4-EF847BB1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III. Composante électronique II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CA22F-5A9E-414B-1722-E35E03DD3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Livrable 3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souhaite dans un premier temps de détecter quelle note est jouée dans un son enregistré. On devra fournir </a:t>
            </a:r>
            <a:r>
              <a:rPr lang="fr-F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l’instant de début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l’instant de fin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puissance moyenne 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 </a:t>
            </a:r>
            <a:r>
              <a:rPr lang="fr-F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fréquence fondamentale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41C77C-873F-11CC-8CB2-E9644A76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807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E30-0826-CFC4-D66D-1BACC4BC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09E4F3-863E-E9D3-8BF4-EF847BB1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III. Composante électronique II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CA22F-5A9E-414B-1722-E35E03DD3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029409" cy="3541714"/>
          </a:xfrm>
        </p:spPr>
        <p:txBody>
          <a:bodyPr/>
          <a:lstStyle/>
          <a:p>
            <a:r>
              <a:rPr lang="fr-FR" cap="none" dirty="0"/>
              <a:t>I. Affichage du signal et calcul de la puissance</a:t>
            </a:r>
          </a:p>
          <a:p>
            <a:pPr marL="0" indent="0">
              <a:buNone/>
            </a:pPr>
            <a:r>
              <a:rPr lang="fr-FR" cap="none" dirty="0"/>
              <a:t> </a:t>
            </a:r>
            <a:r>
              <a:rPr lang="fr-FR" dirty="0"/>
              <a:t>	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Pour récupérer le signal sur 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matlab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nous utilisons la commande </a:t>
            </a:r>
            <a:r>
              <a:rPr lang="fr-FR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audioread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puis on l’affiche avec la commande </a:t>
            </a:r>
            <a:r>
              <a:rPr lang="fr-F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La figure ci-dessous montre le signal affiché.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41C77C-873F-11CC-8CB2-E9644A76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17</a:t>
            </a:fld>
            <a:endParaRPr lang="fr-FR"/>
          </a:p>
        </p:txBody>
      </p:sp>
      <p:pic>
        <p:nvPicPr>
          <p:cNvPr id="5" name="Image 4" descr="Une image contenant diagramme, Tracé, texte, capture d’écran&#10;&#10;Description générée automatiquement">
            <a:extLst>
              <a:ext uri="{FF2B5EF4-FFF2-40B4-BE49-F238E27FC236}">
                <a16:creationId xmlns:a16="http://schemas.microsoft.com/office/drawing/2014/main" id="{BE172891-10DF-4F4A-937C-6D30DAE3C6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417" y="2490119"/>
            <a:ext cx="3991562" cy="31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43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E30-0826-CFC4-D66D-1BACC4BC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09E4F3-863E-E9D3-8BF4-EF847BB1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III. Composante électronique II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CA22F-5A9E-414B-1722-E35E03DD3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885030" cy="3541714"/>
          </a:xfrm>
        </p:spPr>
        <p:txBody>
          <a:bodyPr/>
          <a:lstStyle/>
          <a:p>
            <a:r>
              <a:rPr lang="fr-FR" cap="none" dirty="0"/>
              <a:t>II. Détection de la note jouée</a:t>
            </a:r>
          </a:p>
          <a:p>
            <a:pPr marL="0" indent="0">
              <a:buNone/>
            </a:pPr>
            <a:r>
              <a:rPr lang="fr-FR" cap="none" dirty="0"/>
              <a:t> </a:t>
            </a:r>
            <a:r>
              <a:rPr lang="fr-FR" dirty="0"/>
              <a:t>	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fréquence fondamentale est la fréquence principale de la note. C’est donc la première fréquence dans le spectre. On va donc calculer le spectre à l’aide de la fonction </a:t>
            </a:r>
            <a:r>
              <a:rPr lang="fr-FR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fft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fr-F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matlab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La figure ci-dessous montre le spectre de la note analysée :</a:t>
            </a:r>
          </a:p>
          <a:p>
            <a:pPr marL="0" indent="0">
              <a:buNone/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41C77C-873F-11CC-8CB2-E9644A76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18</a:t>
            </a:fld>
            <a:endParaRPr lang="fr-FR"/>
          </a:p>
        </p:txBody>
      </p:sp>
      <p:pic>
        <p:nvPicPr>
          <p:cNvPr id="6" name="Image 5" descr="Une image contenant texte, capture d’écran, Rectangle, ligne&#10;&#10;Description générée automatiquement">
            <a:extLst>
              <a:ext uri="{FF2B5EF4-FFF2-40B4-BE49-F238E27FC236}">
                <a16:creationId xmlns:a16="http://schemas.microsoft.com/office/drawing/2014/main" id="{3B7C49A5-A09F-4B20-8021-A8CDD7D94C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157" y="2249487"/>
            <a:ext cx="4475747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4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744B1-8453-4CCC-A0B2-B7D08F3E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63A312-41D0-4E53-A688-B44C0B99B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50EBED-B58D-4D6F-A256-D4FF1869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533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B9F87-FA41-4C5D-BB87-C01F828D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5FE676-329D-4813-97EF-0D0D6E71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8CB77-68ED-4175-98C4-C3B77D63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80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39902-12FE-AE76-1538-8B15C591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2AA3EC-691F-241F-1A71-D2A929DB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Ce qui a fonctionné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Ce qui n’a pas fonctionné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1857F6-06CF-813A-DFA0-12ED45FD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393B-265A-4BD4-B582-9BB9CC29283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531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70F9F52BB801478F908A321EC627B1" ma:contentTypeVersion="14" ma:contentTypeDescription="Crée un document." ma:contentTypeScope="" ma:versionID="8ee793014bacdec7b1cc20ad021bd1f8">
  <xsd:schema xmlns:xsd="http://www.w3.org/2001/XMLSchema" xmlns:xs="http://www.w3.org/2001/XMLSchema" xmlns:p="http://schemas.microsoft.com/office/2006/metadata/properties" xmlns:ns2="00240c32-833b-44e7-91a5-5f535e2bbaf8" xmlns:ns3="fe403d84-f387-4623-8241-e2d0bac15b4a" targetNamespace="http://schemas.microsoft.com/office/2006/metadata/properties" ma:root="true" ma:fieldsID="94d03cd309d39e03df8d6a1b61f7d24a" ns2:_="" ns3:_="">
    <xsd:import namespace="00240c32-833b-44e7-91a5-5f535e2bbaf8"/>
    <xsd:import namespace="fe403d84-f387-4623-8241-e2d0bac15b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240c32-833b-44e7-91a5-5f535e2bba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a337c0f8-57ca-4de5-b31c-15c7ec7d57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03d84-f387-4623-8241-e2d0bac15b4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be54a01-659e-458f-84f5-d256c30837b2}" ma:internalName="TaxCatchAll" ma:showField="CatchAllData" ma:web="fe403d84-f387-4623-8241-e2d0bac15b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403d84-f387-4623-8241-e2d0bac15b4a" xsi:nil="true"/>
    <lcf76f155ced4ddcb4097134ff3c332f xmlns="00240c32-833b-44e7-91a5-5f535e2bba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1B90B25-CC44-487B-A8AD-08A707577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035055-3717-4FA1-BF61-B8176A5296DA}">
  <ds:schemaRefs>
    <ds:schemaRef ds:uri="00240c32-833b-44e7-91a5-5f535e2bbaf8"/>
    <ds:schemaRef ds:uri="fe403d84-f387-4623-8241-e2d0bac15b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4B465A-E818-4567-A515-B196B494A11F}">
  <ds:schemaRefs>
    <ds:schemaRef ds:uri="00240c32-833b-44e7-91a5-5f535e2bbaf8"/>
    <ds:schemaRef ds:uri="fe403d84-f387-4623-8241-e2d0bac15b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548</Words>
  <Application>Microsoft Office PowerPoint</Application>
  <PresentationFormat>Grand écran</PresentationFormat>
  <Paragraphs>130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Calibri,Sans-Serif</vt:lpstr>
      <vt:lpstr>Tw Cen MT</vt:lpstr>
      <vt:lpstr>Tw Cen MT</vt:lpstr>
      <vt:lpstr>Circuit</vt:lpstr>
      <vt:lpstr>Semestre 1- APP</vt:lpstr>
      <vt:lpstr>Sommaire</vt:lpstr>
      <vt:lpstr>I. Composante électronique première partie </vt:lpstr>
      <vt:lpstr>Introduction</vt:lpstr>
      <vt:lpstr>I. Composante électronique première partie </vt:lpstr>
      <vt:lpstr>I. Composante électronique première partie </vt:lpstr>
      <vt:lpstr>I. Composante électronique première partie</vt:lpstr>
      <vt:lpstr>Micro electret</vt:lpstr>
      <vt:lpstr>Amplification</vt:lpstr>
      <vt:lpstr>I. Composante électronique première partie</vt:lpstr>
      <vt:lpstr>Filtrage</vt:lpstr>
      <vt:lpstr>Présentation PowerPoint</vt:lpstr>
      <vt:lpstr>II. Composante signal</vt:lpstr>
      <vt:lpstr>II. Composante signal</vt:lpstr>
      <vt:lpstr>III. Composante électronique II</vt:lpstr>
      <vt:lpstr>III. Composante électronique II</vt:lpstr>
      <vt:lpstr>III. Composante électronique II</vt:lpstr>
      <vt:lpstr>III. Composante électronique II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Semestre 1- APP</dc:title>
  <dc:creator>Godefroy LECLUSE</dc:creator>
  <cp:lastModifiedBy>ISEP</cp:lastModifiedBy>
  <cp:revision>4</cp:revision>
  <dcterms:created xsi:type="dcterms:W3CDTF">2024-01-23T09:24:21Z</dcterms:created>
  <dcterms:modified xsi:type="dcterms:W3CDTF">2024-01-23T13:07:07Z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0x010100EE70F9F52BB801478F908A321EC627B1</vt:lpwstr>
  </property>
  <property fmtid="{D5CDD505-2E9C-101B-9397-08002B2CF9AE}" pid="3" name="MediaServiceImageTags">
    <vt:lpwstr/>
  </property>
</Properties>
</file>